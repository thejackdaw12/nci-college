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918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9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4306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92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06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7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6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0137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1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2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1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9910F92-6635-4349-8C6C-915DE94B0A8A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0FDDCF6-9A35-44F4-A90E-47FA9EC9BA7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0982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325D-B0FB-4EB6-A7D7-FC89D147D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&amp; </a:t>
            </a:r>
            <a:r>
              <a:rPr lang="en-US" dirty="0" err="1"/>
              <a:t>Recusrion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Summary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58516-F488-4D60-8679-F1E177A56F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394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6FB09-33AD-450D-8598-B5D0A21CB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Search - Summary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6EE63-79F3-4850-ACCA-A13D7A4B2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binary search can only be performed on a sorted array.</a:t>
            </a:r>
          </a:p>
          <a:p>
            <a:r>
              <a:rPr lang="en-GB" dirty="0"/>
              <a:t>The first iteration of the array tests the middle element of the array, if this is the search key, the algorithm returns it’s location.</a:t>
            </a:r>
          </a:p>
          <a:p>
            <a:r>
              <a:rPr lang="en-GB" dirty="0"/>
              <a:t>If the search key is less than the middle element, the search continues with the first half of the array.</a:t>
            </a:r>
          </a:p>
          <a:p>
            <a:r>
              <a:rPr lang="en-GB" dirty="0"/>
              <a:t>If the search key is greater than the middle element, the search continues with the second half of the array.</a:t>
            </a:r>
          </a:p>
          <a:p>
            <a:r>
              <a:rPr lang="en-GB" dirty="0"/>
              <a:t>Each iteration tests the middle element of the array and then ignores half of the remaining elements</a:t>
            </a:r>
          </a:p>
        </p:txBody>
      </p:sp>
    </p:spTree>
    <p:extLst>
      <p:ext uri="{BB962C8B-B14F-4D97-AF65-F5344CB8AC3E}">
        <p14:creationId xmlns:p14="http://schemas.microsoft.com/office/powerpoint/2010/main" val="82431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99412-C9CE-4F46-B766-D7258AB0D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Recursion – summary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96E53-7FBF-42A7-97A3-99B2D6C3D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recursive method is a method that makes a call to itself.</a:t>
            </a:r>
          </a:p>
          <a:p>
            <a:r>
              <a:rPr lang="en-GB" dirty="0"/>
              <a:t>A recursive method can only solve the simplest or base case.</a:t>
            </a:r>
          </a:p>
          <a:p>
            <a:r>
              <a:rPr lang="en-GB" dirty="0"/>
              <a:t>If the base case is satisfied the method return a result.</a:t>
            </a:r>
          </a:p>
          <a:p>
            <a:r>
              <a:rPr lang="en-GB" dirty="0"/>
              <a:t>The recursive step is where the method calls a fresh copy of itself to work on a slightly simpler or smaller problem.</a:t>
            </a:r>
          </a:p>
          <a:p>
            <a:r>
              <a:rPr lang="en-GB" dirty="0"/>
              <a:t>The series or smaller or simpler problems must converge on the base case.</a:t>
            </a:r>
          </a:p>
          <a:p>
            <a:r>
              <a:rPr lang="en-GB" dirty="0"/>
              <a:t>When the method recognises the base case it returns a  result to the previous copy of the method and so on back through to the original copy of the method.</a:t>
            </a:r>
          </a:p>
        </p:txBody>
      </p:sp>
    </p:spTree>
    <p:extLst>
      <p:ext uri="{BB962C8B-B14F-4D97-AF65-F5344CB8AC3E}">
        <p14:creationId xmlns:p14="http://schemas.microsoft.com/office/powerpoint/2010/main" val="218534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B7E0-AAD2-4582-8540-84548A3E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Search Recursion – Summary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BE4FF-E4D1-4F30-BF16-6D465D292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 Case – there are two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We find the search key, return it’s location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The search key is not n the array, return not found</a:t>
            </a:r>
          </a:p>
          <a:p>
            <a:r>
              <a:rPr lang="en-GB" dirty="0"/>
              <a:t>Recursive call – each time we call the method we send the array, the lower and upper bounds of the search space and the </a:t>
            </a:r>
            <a:r>
              <a:rPr lang="en-GB"/>
              <a:t>search key.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248922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lue 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5363d4-13d0-4762-b738-6a9c138604a9" xsi:nil="true"/>
    <lcf76f155ced4ddcb4097134ff3c332f xmlns="a6489827-0745-4635-9708-560f8f9828d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CABB96CE8FB4D995EFD8D93DD8345" ma:contentTypeVersion="15" ma:contentTypeDescription="Create a new document." ma:contentTypeScope="" ma:versionID="1653fcb53d30f201cab3ac581a726732">
  <xsd:schema xmlns:xsd="http://www.w3.org/2001/XMLSchema" xmlns:xs="http://www.w3.org/2001/XMLSchema" xmlns:p="http://schemas.microsoft.com/office/2006/metadata/properties" xmlns:ns2="a6489827-0745-4635-9708-560f8f9828da" xmlns:ns3="e05363d4-13d0-4762-b738-6a9c138604a9" targetNamespace="http://schemas.microsoft.com/office/2006/metadata/properties" ma:root="true" ma:fieldsID="2fc0be962a59606a97b1008e6d5914f2" ns2:_="" ns3:_="">
    <xsd:import namespace="a6489827-0745-4635-9708-560f8f9828da"/>
    <xsd:import namespace="e05363d4-13d0-4762-b738-6a9c138604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489827-0745-4635-9708-560f8f982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6cfaf09-5f88-45ad-a6a8-dad774d80b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363d4-13d0-4762-b738-6a9c138604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8e14c30-52aa-48ca-b912-e7f4c517d5f2}" ma:internalName="TaxCatchAll" ma:showField="CatchAllData" ma:web="e05363d4-13d0-4762-b738-6a9c138604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5C490D-BA2E-4B89-8A71-442EC7EF93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F086085-C0F8-4ACB-8608-1D6FE73A1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7D97C9-7C7D-4490-8A1E-680B3B0E4661}"/>
</file>

<file path=docProps/app.xml><?xml version="1.0" encoding="utf-8"?>
<Properties xmlns="http://schemas.openxmlformats.org/officeDocument/2006/extended-properties" xmlns:vt="http://schemas.openxmlformats.org/officeDocument/2006/docPropsVTypes">
  <Template>tf00001242</Template>
  <TotalTime>1211</TotalTime>
  <Words>284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Gill Sans MT</vt:lpstr>
      <vt:lpstr>Impact</vt:lpstr>
      <vt:lpstr>Badge</vt:lpstr>
      <vt:lpstr>Binary Search &amp; Recusrion   Summary Notes</vt:lpstr>
      <vt:lpstr>Binary Search - Summary Notes</vt:lpstr>
      <vt:lpstr>Recursion – summary notes</vt:lpstr>
      <vt:lpstr>Binary Search Recursion – Summary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Cogan</dc:creator>
  <cp:lastModifiedBy>Declan Kelly</cp:lastModifiedBy>
  <cp:revision>3</cp:revision>
  <dcterms:created xsi:type="dcterms:W3CDTF">2021-07-27T15:16:16Z</dcterms:created>
  <dcterms:modified xsi:type="dcterms:W3CDTF">2021-09-19T05:36:22Z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0x010100D5BCABB96CE8FB4D995EFD8D93DD8345</vt:lpwstr>
  </property>
</Properties>
</file>