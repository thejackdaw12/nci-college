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4E7F-9366-464C-9B33-777FC7D42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1DABF-3D5F-49BB-A125-C746BB8D6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281BC-BD7A-46C2-A271-253EC905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389F-EF51-49EB-A875-021BC000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569F-C78D-46BB-8200-392EE23D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607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8C18-8CA2-48F7-A6A2-78180B07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584DE-FFE5-4A70-8D13-FF54AA56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F3164-A701-4440-AFA6-D07E6238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D113E-6988-4662-A14B-C09FB1E5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AF6A-C09F-44AB-8FB1-4847405F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8835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3995-730C-48A6-8DE3-11F70C71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0DB43-1BF0-4BE7-AE0E-88BDFB184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742E-8798-448A-A64F-012E74A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D5BD2-9F11-4A52-AEFE-68A79B44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16615-5D1E-45D1-8520-C4D3E90F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912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2C71-C7F0-4436-A9BF-A487C43C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1AAE-79A5-480C-8A9B-B7D11C1A9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4D798-CD8B-4DD2-8C9C-AA59A47FE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4356E-D1A2-44C0-8581-B975955B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1072E-086F-482E-B88F-BE05E72E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C612A-8136-4FBB-9170-AFAFEE18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649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BE51-3A6D-411E-AC59-24227805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32B89-2385-4E56-AF3B-23E1C8AE6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A64FE-DB04-440D-92AD-F5D06399D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FBCA2-5466-40A0-8ADE-338F1640A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B9BB2-2FFD-44DC-9131-BCD94C015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4ECAD-0234-40CE-921A-B36C7C42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22D11-D62D-4CD6-9CAB-05A54315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24CAF-AE0C-4270-9CAD-F7B71EF3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54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3EB8-5BE9-4B3F-9152-EF892490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44500-BFAF-4703-A25F-0896025A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5A1F1-DA76-4B6A-BB32-0B0CD9A1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2D1F5-15DA-4D8B-BE19-A94D989B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99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220CF-0B73-4EB0-AA96-C8FD120E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54329-0495-4E8D-A38D-9EBB4BB5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0E3E8-0ABB-42AF-9993-E331106E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910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FDCA-AB19-4FDB-8209-E454EBE0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E4F80-BC0A-4F9E-BDC7-E0B847A9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6AA74-BCBF-4ABA-9652-9D3DE681E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C6A40-B2DE-4ADD-96F0-687449E2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B683E-49B2-42FC-9A48-CCB95DE0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5A11-C5D4-4803-958D-16A5FA62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980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34D5-CD16-4302-8A86-695A8A99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B3ED3-7D34-4D14-A2DE-D30402A7C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5DEFC-01B0-409B-9246-1F6F65303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EDBC1-230E-43F9-9E45-4D80B14A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75BF-474C-4365-B95F-28509E8A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BBE1F-9D3F-430E-B442-52A1A16A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53988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A7DF-BC36-4E57-B22F-A72BF91C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F4A1A-54EE-427D-AD28-D13EE135D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739BC-EDBC-4709-80A0-016723A1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DF38-5505-4585-9029-92806FC8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59449-002A-43AE-961D-867BBF1C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598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9A695-DD3C-4102-A972-B5D7FCC15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B21D6-9B12-4B6C-8C95-9C97EF332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F7709-F53B-41F3-94FA-6929D4CA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76E76-E364-4C28-A935-B6EEA97F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0589B-FF6B-4EE9-96D4-6A08E65B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140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C93D7-AAAA-487F-97D8-45CC7541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B202F-ED37-4208-8968-FE6A229B3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968A7-A2FC-41E1-9D7E-0CC5F63A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B6A83-4731-42C2-8A3D-756E91C6C9D0}" type="datetimeFigureOut">
              <a:rPr lang="en-IE" smtClean="0"/>
              <a:t>09/10/2021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0AB46-C6AC-4B6C-865B-88294090A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8260-110F-4EF6-8217-4193EDDA1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2D7D2-ABB0-49FD-9CE7-0182F7C54E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181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gocheatsheet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>
            <a:extLst>
              <a:ext uri="{FF2B5EF4-FFF2-40B4-BE49-F238E27FC236}">
                <a16:creationId xmlns:a16="http://schemas.microsoft.com/office/drawing/2014/main" id="{C49B7F30-D230-45BA-BFEA-C364901565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10241280" cy="586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F851048-350A-45B6-91AF-27BD1229B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695" y="571500"/>
            <a:ext cx="9913089" cy="51790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6CAB4-C914-42CA-A9F6-4A116B32D352}"/>
              </a:ext>
            </a:extLst>
          </p:cNvPr>
          <p:cNvSpPr txBox="1"/>
          <p:nvPr/>
        </p:nvSpPr>
        <p:spPr>
          <a:xfrm>
            <a:off x="7192493" y="5866790"/>
            <a:ext cx="4178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0" i="0" dirty="0">
                <a:solidFill>
                  <a:srgbClr val="757575"/>
                </a:solidFill>
                <a:effectLst/>
                <a:latin typeface="sohne"/>
              </a:rPr>
              <a:t>source: </a:t>
            </a:r>
            <a:r>
              <a:rPr lang="en-IE" b="0" i="0" u="sng" dirty="0">
                <a:effectLst/>
                <a:latin typeface="sohne"/>
                <a:hlinkClick r:id="rId3"/>
              </a:rPr>
              <a:t>https://www.bigocheatsheet.com/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599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94447F-2011-4CDD-91E7-94D15505907F}"/>
</file>

<file path=customXml/itemProps2.xml><?xml version="1.0" encoding="utf-8"?>
<ds:datastoreItem xmlns:ds="http://schemas.openxmlformats.org/officeDocument/2006/customXml" ds:itemID="{47F8E49A-86AB-4AD2-8123-EEB8BFE0F0E6}"/>
</file>

<file path=customXml/itemProps3.xml><?xml version="1.0" encoding="utf-8"?>
<ds:datastoreItem xmlns:ds="http://schemas.openxmlformats.org/officeDocument/2006/customXml" ds:itemID="{84615781-B9B5-452F-8F5C-341E8CCEA01B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sohne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Orla Kelly</dc:creator>
  <cp:lastModifiedBy>Orla Kelly</cp:lastModifiedBy>
  <cp:revision>1</cp:revision>
  <dcterms:created xsi:type="dcterms:W3CDTF">2021-10-09T08:21:40Z</dcterms:created>
  <dcterms:modified xsi:type="dcterms:W3CDTF">2021-10-09T08:25:53Z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