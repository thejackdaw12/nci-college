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C0878-D5AA-12C8-FF22-7182CDDDA46F}" v="1" dt="2022-03-16T16:16:51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la Kelly" userId="S::okelly@staff.ncirl.ie::164dee9a-b66c-4af2-aa08-5ba8bd606a42" providerId="AD" clId="Web-{01CC0878-D5AA-12C8-FF22-7182CDDDA46F}"/>
    <pc:docChg chg="modSld">
      <pc:chgData name="Orla Kelly" userId="S::okelly@staff.ncirl.ie::164dee9a-b66c-4af2-aa08-5ba8bd606a42" providerId="AD" clId="Web-{01CC0878-D5AA-12C8-FF22-7182CDDDA46F}" dt="2022-03-16T16:16:51.383" v="0" actId="1076"/>
      <pc:docMkLst>
        <pc:docMk/>
      </pc:docMkLst>
      <pc:sldChg chg="modSp">
        <pc:chgData name="Orla Kelly" userId="S::okelly@staff.ncirl.ie::164dee9a-b66c-4af2-aa08-5ba8bd606a42" providerId="AD" clId="Web-{01CC0878-D5AA-12C8-FF22-7182CDDDA46F}" dt="2022-03-16T16:16:51.383" v="0" actId="1076"/>
        <pc:sldMkLst>
          <pc:docMk/>
          <pc:sldMk cId="2502724025" sldId="257"/>
        </pc:sldMkLst>
        <pc:spChg chg="mod">
          <ac:chgData name="Orla Kelly" userId="S::okelly@staff.ncirl.ie::164dee9a-b66c-4af2-aa08-5ba8bd606a42" providerId="AD" clId="Web-{01CC0878-D5AA-12C8-FF22-7182CDDDA46F}" dt="2022-03-16T16:16:51.383" v="0" actId="1076"/>
          <ac:spMkLst>
            <pc:docMk/>
            <pc:sldMk cId="2502724025" sldId="257"/>
            <ac:spMk id="3" creationId="{2ACC7476-375F-43E8-A404-3A1880652C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918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9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4306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92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06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7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6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0137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1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2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1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982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325D-B0FB-4EB6-A7D7-FC89D147D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  <a:br>
              <a:rPr lang="en-US" dirty="0"/>
            </a:br>
            <a:r>
              <a:rPr lang="en-US" dirty="0"/>
              <a:t>Recursion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58516-F488-4D60-8679-F1E177A56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3" y="6115721"/>
            <a:ext cx="8045373" cy="74227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9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0096C9-092D-41EF-BA8D-E58C88E0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Search Recursion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C7476-375F-43E8-A404-3A188065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446293"/>
            <a:ext cx="10178322" cy="4189614"/>
          </a:xfrm>
        </p:spPr>
        <p:txBody>
          <a:bodyPr>
            <a:normAutofit/>
          </a:bodyPr>
          <a:lstStyle/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The binary search algorithm can be implemented using iteration or recursion.</a:t>
            </a:r>
          </a:p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An iterative method involves traversing through each element of the array.</a:t>
            </a:r>
          </a:p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The binary search recursive method calls itself </a:t>
            </a:r>
            <a:r>
              <a:rPr lang="en-GB" b="0" i="0" dirty="0">
                <a:solidFill>
                  <a:srgbClr val="3C484E"/>
                </a:solidFill>
                <a:effectLst/>
              </a:rPr>
              <a:t>again and again until the base condition (stopping condition) is satisfied.</a:t>
            </a:r>
          </a:p>
          <a:p>
            <a:r>
              <a:rPr lang="en-GB" dirty="0">
                <a:solidFill>
                  <a:srgbClr val="3C484E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The base condition is satisfied when low is greater than high, that is the space has been searched without matching the search key.</a:t>
            </a: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724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9CFF-50BD-4CC4-8AFE-25DD97E6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152426"/>
            <a:ext cx="10178322" cy="1492132"/>
          </a:xfrm>
        </p:spPr>
        <p:txBody>
          <a:bodyPr/>
          <a:lstStyle/>
          <a:p>
            <a:r>
              <a:rPr lang="en-GB" dirty="0"/>
              <a:t>Binary Search Recursion Implementation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16A39A-8019-4031-98E7-21E8F170EF90}"/>
              </a:ext>
            </a:extLst>
          </p:cNvPr>
          <p:cNvSpPr/>
          <p:nvPr/>
        </p:nvSpPr>
        <p:spPr>
          <a:xfrm>
            <a:off x="1131322" y="1696252"/>
            <a:ext cx="9929355" cy="5009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GB" sz="2000" dirty="0"/>
              <a:t>public static int </a:t>
            </a:r>
            <a:r>
              <a:rPr lang="en-GB" sz="2000" dirty="0" err="1"/>
              <a:t>binarySearch</a:t>
            </a:r>
            <a:r>
              <a:rPr lang="en-GB" sz="2000" dirty="0"/>
              <a:t>(int[] data, int key, int low, int high){</a:t>
            </a:r>
          </a:p>
          <a:p>
            <a:pPr marL="0" indent="0">
              <a:buNone/>
            </a:pPr>
            <a:r>
              <a:rPr lang="en-GB" sz="2000" dirty="0"/>
              <a:t>		if(low &gt;high)</a:t>
            </a:r>
          </a:p>
          <a:p>
            <a:pPr marL="0" indent="0">
              <a:buNone/>
            </a:pPr>
            <a:r>
              <a:rPr lang="en-GB" sz="2000" dirty="0"/>
              <a:t>                return -1;</a:t>
            </a:r>
          </a:p>
          <a:p>
            <a:pPr marL="0" indent="0">
              <a:buNone/>
            </a:pPr>
            <a:r>
              <a:rPr lang="en-GB" sz="2000" dirty="0"/>
              <a:t>            int middle = ((low + high) + 1)/2;</a:t>
            </a:r>
          </a:p>
          <a:p>
            <a:pPr marL="0" indent="0">
              <a:buNone/>
            </a:pPr>
            <a:r>
              <a:rPr lang="en-GB" sz="2000" dirty="0"/>
              <a:t>            if(key == data[middle])</a:t>
            </a:r>
          </a:p>
          <a:p>
            <a:pPr marL="0" indent="0">
              <a:buNone/>
            </a:pPr>
            <a:r>
              <a:rPr lang="en-GB" sz="2000" dirty="0"/>
              <a:t>                return middle;</a:t>
            </a:r>
          </a:p>
          <a:p>
            <a:pPr marL="0" indent="0">
              <a:buNone/>
            </a:pPr>
            <a:r>
              <a:rPr lang="en-GB" sz="2000" dirty="0"/>
              <a:t>            else if(key &lt; data[middle]){</a:t>
            </a:r>
          </a:p>
          <a:p>
            <a:pPr marL="0" indent="0">
              <a:buNone/>
            </a:pPr>
            <a:r>
              <a:rPr lang="en-GB" sz="2000" dirty="0"/>
              <a:t>                high = middle-1;</a:t>
            </a:r>
          </a:p>
          <a:p>
            <a:pPr marL="0" indent="0">
              <a:buNone/>
            </a:pPr>
            <a:r>
              <a:rPr lang="en-GB" sz="2000" dirty="0"/>
              <a:t>                 return </a:t>
            </a:r>
            <a:r>
              <a:rPr lang="en-GB" sz="2000" dirty="0" err="1"/>
              <a:t>binarySearch</a:t>
            </a:r>
            <a:r>
              <a:rPr lang="en-GB" sz="2000" dirty="0"/>
              <a:t>(data, key, low, high);</a:t>
            </a:r>
          </a:p>
          <a:p>
            <a:pPr marL="0" indent="0">
              <a:buNone/>
            </a:pPr>
            <a:r>
              <a:rPr lang="en-GB" sz="2000" dirty="0"/>
              <a:t>            }</a:t>
            </a:r>
          </a:p>
          <a:p>
            <a:pPr marL="0" indent="0">
              <a:buNone/>
            </a:pPr>
            <a:r>
              <a:rPr lang="en-GB" sz="2000" dirty="0"/>
              <a:t>            else{</a:t>
            </a:r>
          </a:p>
          <a:p>
            <a:pPr marL="0" indent="0">
              <a:buNone/>
            </a:pPr>
            <a:r>
              <a:rPr lang="en-GB" sz="2000" dirty="0"/>
              <a:t>                low = middle+1;</a:t>
            </a:r>
          </a:p>
          <a:p>
            <a:pPr marL="0" indent="0">
              <a:buNone/>
            </a:pPr>
            <a:r>
              <a:rPr lang="en-GB" sz="2000" dirty="0"/>
              <a:t>                return </a:t>
            </a:r>
            <a:r>
              <a:rPr lang="en-GB" sz="2000" dirty="0" err="1"/>
              <a:t>binarySearch</a:t>
            </a:r>
            <a:r>
              <a:rPr lang="en-GB" sz="2000" dirty="0"/>
              <a:t>(data, key, low, high);</a:t>
            </a:r>
          </a:p>
          <a:p>
            <a:pPr marL="0" indent="0">
              <a:buNone/>
            </a:pPr>
            <a:r>
              <a:rPr lang="en-GB" sz="2000" dirty="0"/>
              <a:t>            }</a:t>
            </a:r>
          </a:p>
          <a:p>
            <a:pPr marL="0" indent="0">
              <a:buNone/>
            </a:pPr>
            <a:r>
              <a:rPr lang="en-GB" sz="20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71076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9CFF-50BD-4CC4-8AFE-25DD97E6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Search Recursion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C5899-85DA-4072-8A29-5CD42AF9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1874517"/>
            <a:ext cx="10178322" cy="3593591"/>
          </a:xfrm>
        </p:spPr>
        <p:txBody>
          <a:bodyPr>
            <a:noAutofit/>
          </a:bodyPr>
          <a:lstStyle/>
          <a:p>
            <a:r>
              <a:rPr lang="en-GB" dirty="0"/>
              <a:t>The </a:t>
            </a:r>
            <a:r>
              <a:rPr lang="en-GB" dirty="0" err="1"/>
              <a:t>binarySearch</a:t>
            </a:r>
            <a:r>
              <a:rPr lang="en-GB" dirty="0"/>
              <a:t> method performs the binary search.</a:t>
            </a:r>
          </a:p>
          <a:p>
            <a:r>
              <a:rPr lang="en-GB" dirty="0"/>
              <a:t>Four parameters - the array to be searched, the search key and the lower and upper bounds of the array.</a:t>
            </a:r>
          </a:p>
          <a:p>
            <a:r>
              <a:rPr lang="en-GB" dirty="0"/>
              <a:t>The base condition, is low &gt; high is first checked, if so return false (-1)</a:t>
            </a:r>
          </a:p>
          <a:p>
            <a:r>
              <a:rPr lang="en-GB" dirty="0"/>
              <a:t>The middle index is calculated.</a:t>
            </a:r>
          </a:p>
          <a:p>
            <a:r>
              <a:rPr lang="en-GB" dirty="0"/>
              <a:t>The search key is compared to the middle element of the array. If it is a match the index is returned.</a:t>
            </a:r>
          </a:p>
          <a:p>
            <a:r>
              <a:rPr lang="en-GB" dirty="0"/>
              <a:t>If the search key is less than the middle element, high is given a value of middle -1, the method calls itself again.</a:t>
            </a:r>
          </a:p>
          <a:p>
            <a:r>
              <a:rPr lang="en-GB" dirty="0"/>
              <a:t>If the search key is greater than the middle element, low is given a value of middle + 1, the method calls itself again.</a:t>
            </a:r>
          </a:p>
          <a:p>
            <a:r>
              <a:rPr lang="en-GB" dirty="0"/>
              <a:t>The method continues to call itself until the search key is found or low&gt;high</a:t>
            </a:r>
          </a:p>
        </p:txBody>
      </p:sp>
    </p:spTree>
    <p:extLst>
      <p:ext uri="{BB962C8B-B14F-4D97-AF65-F5344CB8AC3E}">
        <p14:creationId xmlns:p14="http://schemas.microsoft.com/office/powerpoint/2010/main" val="359540940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lue 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363d4-13d0-4762-b738-6a9c138604a9" xsi:nil="true"/>
    <lcf76f155ced4ddcb4097134ff3c332f xmlns="a6489827-0745-4635-9708-560f8f9828d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ABB96CE8FB4D995EFD8D93DD8345" ma:contentTypeVersion="15" ma:contentTypeDescription="Create a new document." ma:contentTypeScope="" ma:versionID="1653fcb53d30f201cab3ac581a726732">
  <xsd:schema xmlns:xsd="http://www.w3.org/2001/XMLSchema" xmlns:xs="http://www.w3.org/2001/XMLSchema" xmlns:p="http://schemas.microsoft.com/office/2006/metadata/properties" xmlns:ns2="a6489827-0745-4635-9708-560f8f9828da" xmlns:ns3="e05363d4-13d0-4762-b738-6a9c138604a9" targetNamespace="http://schemas.microsoft.com/office/2006/metadata/properties" ma:root="true" ma:fieldsID="2fc0be962a59606a97b1008e6d5914f2" ns2:_="" ns3:_="">
    <xsd:import namespace="a6489827-0745-4635-9708-560f8f9828da"/>
    <xsd:import namespace="e05363d4-13d0-4762-b738-6a9c13860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89827-0745-4635-9708-560f8f982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6cfaf09-5f88-45ad-a6a8-dad774d80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363d4-13d0-4762-b738-6a9c138604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8e14c30-52aa-48ca-b912-e7f4c517d5f2}" ma:internalName="TaxCatchAll" ma:showField="CatchAllData" ma:web="e05363d4-13d0-4762-b738-6a9c13860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086085-C0F8-4ACB-8608-1D6FE73A16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5C490D-BA2E-4B89-8A71-442EC7EF93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0DC124F-F09B-4931-90F3-76B4FDD74E67}"/>
</file>

<file path=docProps/app.xml><?xml version="1.0" encoding="utf-8"?>
<Properties xmlns="http://schemas.openxmlformats.org/officeDocument/2006/extended-properties" xmlns:vt="http://schemas.openxmlformats.org/officeDocument/2006/docPropsVTypes">
  <Template>tf00001242</Template>
  <TotalTime>5290</TotalTime>
  <Words>347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Badge</vt:lpstr>
      <vt:lpstr>Binary Search Recursion</vt:lpstr>
      <vt:lpstr>Binary Search Recursion Explained</vt:lpstr>
      <vt:lpstr>Binary Search Recursion Implementation</vt:lpstr>
      <vt:lpstr>Binary Search Recursion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Cogan</dc:creator>
  <cp:lastModifiedBy>Declan Kelly</cp:lastModifiedBy>
  <cp:revision>9</cp:revision>
  <dcterms:created xsi:type="dcterms:W3CDTF">2021-07-27T15:16:16Z</dcterms:created>
  <dcterms:modified xsi:type="dcterms:W3CDTF">2022-03-16T16:16:51Z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0x010100D5BCABB96CE8FB4D995EFD8D93DD8345</vt:lpwstr>
  </property>
</Properties>
</file>