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2" r:id="rId7"/>
    <p:sldId id="259" r:id="rId8"/>
    <p:sldId id="266" r:id="rId9"/>
    <p:sldId id="268" r:id="rId10"/>
    <p:sldId id="267" r:id="rId11"/>
    <p:sldId id="269" r:id="rId12"/>
    <p:sldId id="270" r:id="rId13"/>
    <p:sldId id="263" r:id="rId14"/>
    <p:sldId id="264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790FAE-C879-4508-8EA9-74BACEE326B1}" v="43" dt="2021-10-17T06:18:29.1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la Kelly" userId="164dee9a-b66c-4af2-aa08-5ba8bd606a42" providerId="ADAL" clId="{87790FAE-C879-4508-8EA9-74BACEE326B1}"/>
    <pc:docChg chg="undo custSel addSld delSld modSld">
      <pc:chgData name="Orla Kelly" userId="164dee9a-b66c-4af2-aa08-5ba8bd606a42" providerId="ADAL" clId="{87790FAE-C879-4508-8EA9-74BACEE326B1}" dt="2021-10-17T06:40:47.280" v="4031" actId="947"/>
      <pc:docMkLst>
        <pc:docMk/>
      </pc:docMkLst>
      <pc:sldChg chg="modSp mod">
        <pc:chgData name="Orla Kelly" userId="164dee9a-b66c-4af2-aa08-5ba8bd606a42" providerId="ADAL" clId="{87790FAE-C879-4508-8EA9-74BACEE326B1}" dt="2021-10-09T12:21:37.836" v="10" actId="20577"/>
        <pc:sldMkLst>
          <pc:docMk/>
          <pc:sldMk cId="2035394491" sldId="256"/>
        </pc:sldMkLst>
        <pc:spChg chg="mod">
          <ac:chgData name="Orla Kelly" userId="164dee9a-b66c-4af2-aa08-5ba8bd606a42" providerId="ADAL" clId="{87790FAE-C879-4508-8EA9-74BACEE326B1}" dt="2021-10-09T12:21:37.836" v="10" actId="20577"/>
          <ac:spMkLst>
            <pc:docMk/>
            <pc:sldMk cId="2035394491" sldId="256"/>
            <ac:spMk id="2" creationId="{2929325D-B0FB-4EB6-A7D7-FC89D147D948}"/>
          </ac:spMkLst>
        </pc:spChg>
      </pc:sldChg>
      <pc:sldChg chg="modSp mod">
        <pc:chgData name="Orla Kelly" userId="164dee9a-b66c-4af2-aa08-5ba8bd606a42" providerId="ADAL" clId="{87790FAE-C879-4508-8EA9-74BACEE326B1}" dt="2021-10-09T12:29:33.213" v="462" actId="20577"/>
        <pc:sldMkLst>
          <pc:docMk/>
          <pc:sldMk cId="2502724025" sldId="257"/>
        </pc:sldMkLst>
        <pc:spChg chg="mod">
          <ac:chgData name="Orla Kelly" userId="164dee9a-b66c-4af2-aa08-5ba8bd606a42" providerId="ADAL" clId="{87790FAE-C879-4508-8EA9-74BACEE326B1}" dt="2021-10-09T12:29:33.213" v="462" actId="20577"/>
          <ac:spMkLst>
            <pc:docMk/>
            <pc:sldMk cId="2502724025" sldId="257"/>
            <ac:spMk id="3" creationId="{2ACC7476-375F-43E8-A404-3A1880652CEB}"/>
          </ac:spMkLst>
        </pc:spChg>
        <pc:spChg chg="mod">
          <ac:chgData name="Orla Kelly" userId="164dee9a-b66c-4af2-aa08-5ba8bd606a42" providerId="ADAL" clId="{87790FAE-C879-4508-8EA9-74BACEE326B1}" dt="2021-10-09T12:21:47.738" v="22" actId="20577"/>
          <ac:spMkLst>
            <pc:docMk/>
            <pc:sldMk cId="2502724025" sldId="257"/>
            <ac:spMk id="4" creationId="{E20096C9-092D-41EF-BA8D-E58C88E0667E}"/>
          </ac:spMkLst>
        </pc:spChg>
      </pc:sldChg>
      <pc:sldChg chg="addSp delSp modSp mod">
        <pc:chgData name="Orla Kelly" userId="164dee9a-b66c-4af2-aa08-5ba8bd606a42" providerId="ADAL" clId="{87790FAE-C879-4508-8EA9-74BACEE326B1}" dt="2021-10-13T15:00:17.562" v="2711" actId="14734"/>
        <pc:sldMkLst>
          <pc:docMk/>
          <pc:sldMk cId="4101724516" sldId="259"/>
        </pc:sldMkLst>
        <pc:spChg chg="mod">
          <ac:chgData name="Orla Kelly" userId="164dee9a-b66c-4af2-aa08-5ba8bd606a42" providerId="ADAL" clId="{87790FAE-C879-4508-8EA9-74BACEE326B1}" dt="2021-10-09T14:17:44.789" v="1299" actId="947"/>
          <ac:spMkLst>
            <pc:docMk/>
            <pc:sldMk cId="4101724516" sldId="259"/>
            <ac:spMk id="2" creationId="{4504C660-4E78-4EE6-864C-30CF40F34005}"/>
          </ac:spMkLst>
        </pc:spChg>
        <pc:spChg chg="mod">
          <ac:chgData name="Orla Kelly" userId="164dee9a-b66c-4af2-aa08-5ba8bd606a42" providerId="ADAL" clId="{87790FAE-C879-4508-8EA9-74BACEE326B1}" dt="2021-10-09T14:24:50.585" v="1409" actId="20577"/>
          <ac:spMkLst>
            <pc:docMk/>
            <pc:sldMk cId="4101724516" sldId="259"/>
            <ac:spMk id="3" creationId="{6064795C-88FE-4441-95CD-EC17F3425231}"/>
          </ac:spMkLst>
        </pc:spChg>
        <pc:graphicFrameChg chg="mod modGraphic">
          <ac:chgData name="Orla Kelly" userId="164dee9a-b66c-4af2-aa08-5ba8bd606a42" providerId="ADAL" clId="{87790FAE-C879-4508-8EA9-74BACEE326B1}" dt="2021-10-13T15:00:17.562" v="2711" actId="14734"/>
          <ac:graphicFrameMkLst>
            <pc:docMk/>
            <pc:sldMk cId="4101724516" sldId="259"/>
            <ac:graphicFrameMk id="4" creationId="{E3D32A01-657C-46D8-8D1C-5A50ABB43963}"/>
          </ac:graphicFrameMkLst>
        </pc:graphicFrameChg>
        <pc:graphicFrameChg chg="del modGraphic">
          <ac:chgData name="Orla Kelly" userId="164dee9a-b66c-4af2-aa08-5ba8bd606a42" providerId="ADAL" clId="{87790FAE-C879-4508-8EA9-74BACEE326B1}" dt="2021-10-09T12:44:54.982" v="624" actId="478"/>
          <ac:graphicFrameMkLst>
            <pc:docMk/>
            <pc:sldMk cId="4101724516" sldId="259"/>
            <ac:graphicFrameMk id="6" creationId="{5057C69F-FB2A-44C4-AEFC-FC94092B317F}"/>
          </ac:graphicFrameMkLst>
        </pc:graphicFrameChg>
        <pc:graphicFrameChg chg="del">
          <ac:chgData name="Orla Kelly" userId="164dee9a-b66c-4af2-aa08-5ba8bd606a42" providerId="ADAL" clId="{87790FAE-C879-4508-8EA9-74BACEE326B1}" dt="2021-10-09T12:46:09.156" v="642" actId="478"/>
          <ac:graphicFrameMkLst>
            <pc:docMk/>
            <pc:sldMk cId="4101724516" sldId="259"/>
            <ac:graphicFrameMk id="7" creationId="{1E54499C-1438-45D8-AC67-6E7EB0AB6A0F}"/>
          </ac:graphicFrameMkLst>
        </pc:graphicFrameChg>
        <pc:graphicFrameChg chg="add mod modGraphic">
          <ac:chgData name="Orla Kelly" userId="164dee9a-b66c-4af2-aa08-5ba8bd606a42" providerId="ADAL" clId="{87790FAE-C879-4508-8EA9-74BACEE326B1}" dt="2021-10-09T14:11:53.217" v="1180" actId="1076"/>
          <ac:graphicFrameMkLst>
            <pc:docMk/>
            <pc:sldMk cId="4101724516" sldId="259"/>
            <ac:graphicFrameMk id="8" creationId="{EC64F061-784F-4B8C-BBA6-976870DCFE56}"/>
          </ac:graphicFrameMkLst>
        </pc:graphicFrameChg>
        <pc:graphicFrameChg chg="add del mod">
          <ac:chgData name="Orla Kelly" userId="164dee9a-b66c-4af2-aa08-5ba8bd606a42" providerId="ADAL" clId="{87790FAE-C879-4508-8EA9-74BACEE326B1}" dt="2021-10-09T12:48:01.955" v="782"/>
          <ac:graphicFrameMkLst>
            <pc:docMk/>
            <pc:sldMk cId="4101724516" sldId="259"/>
            <ac:graphicFrameMk id="9" creationId="{ECBDECEB-5A6E-4DA3-BE9E-15267086896D}"/>
          </ac:graphicFrameMkLst>
        </pc:graphicFrameChg>
        <pc:graphicFrameChg chg="add mod modGraphic">
          <ac:chgData name="Orla Kelly" userId="164dee9a-b66c-4af2-aa08-5ba8bd606a42" providerId="ADAL" clId="{87790FAE-C879-4508-8EA9-74BACEE326B1}" dt="2021-10-09T14:21:50.547" v="1368" actId="20577"/>
          <ac:graphicFrameMkLst>
            <pc:docMk/>
            <pc:sldMk cId="4101724516" sldId="259"/>
            <ac:graphicFrameMk id="10" creationId="{D7390697-F873-4D20-AEE2-C4816896932C}"/>
          </ac:graphicFrameMkLst>
        </pc:graphicFrameChg>
        <pc:graphicFrameChg chg="add mod modGraphic">
          <ac:chgData name="Orla Kelly" userId="164dee9a-b66c-4af2-aa08-5ba8bd606a42" providerId="ADAL" clId="{87790FAE-C879-4508-8EA9-74BACEE326B1}" dt="2021-10-09T14:15:18.317" v="1279" actId="1076"/>
          <ac:graphicFrameMkLst>
            <pc:docMk/>
            <pc:sldMk cId="4101724516" sldId="259"/>
            <ac:graphicFrameMk id="11" creationId="{169FB242-90DF-4308-9A10-B4BFD2E15CC4}"/>
          </ac:graphicFrameMkLst>
        </pc:graphicFrameChg>
        <pc:graphicFrameChg chg="add mod modGraphic">
          <ac:chgData name="Orla Kelly" userId="164dee9a-b66c-4af2-aa08-5ba8bd606a42" providerId="ADAL" clId="{87790FAE-C879-4508-8EA9-74BACEE326B1}" dt="2021-10-09T14:15:21.273" v="1280" actId="1076"/>
          <ac:graphicFrameMkLst>
            <pc:docMk/>
            <pc:sldMk cId="4101724516" sldId="259"/>
            <ac:graphicFrameMk id="12" creationId="{04ADB8BB-7B4D-4346-9A7C-CCFBB1380811}"/>
          </ac:graphicFrameMkLst>
        </pc:graphicFrameChg>
        <pc:graphicFrameChg chg="add mod modGraphic">
          <ac:chgData name="Orla Kelly" userId="164dee9a-b66c-4af2-aa08-5ba8bd606a42" providerId="ADAL" clId="{87790FAE-C879-4508-8EA9-74BACEE326B1}" dt="2021-10-09T14:22:18.466" v="1373" actId="20577"/>
          <ac:graphicFrameMkLst>
            <pc:docMk/>
            <pc:sldMk cId="4101724516" sldId="259"/>
            <ac:graphicFrameMk id="13" creationId="{7A04EE41-34CE-448C-A675-C7324D128FD6}"/>
          </ac:graphicFrameMkLst>
        </pc:graphicFrameChg>
      </pc:sldChg>
      <pc:sldChg chg="addSp delSp modSp mod">
        <pc:chgData name="Orla Kelly" userId="164dee9a-b66c-4af2-aa08-5ba8bd606a42" providerId="ADAL" clId="{87790FAE-C879-4508-8EA9-74BACEE326B1}" dt="2021-10-17T06:40:47.280" v="4031" actId="947"/>
        <pc:sldMkLst>
          <pc:docMk/>
          <pc:sldMk cId="3595409406" sldId="261"/>
        </pc:sldMkLst>
        <pc:spChg chg="mod">
          <ac:chgData name="Orla Kelly" userId="164dee9a-b66c-4af2-aa08-5ba8bd606a42" providerId="ADAL" clId="{87790FAE-C879-4508-8EA9-74BACEE326B1}" dt="2021-10-17T06:40:47.280" v="4031" actId="947"/>
          <ac:spMkLst>
            <pc:docMk/>
            <pc:sldMk cId="3595409406" sldId="261"/>
            <ac:spMk id="2" creationId="{FDC29CFF-50BD-4CC4-8AFE-25DD97E68829}"/>
          </ac:spMkLst>
        </pc:spChg>
        <pc:spChg chg="mod">
          <ac:chgData name="Orla Kelly" userId="164dee9a-b66c-4af2-aa08-5ba8bd606a42" providerId="ADAL" clId="{87790FAE-C879-4508-8EA9-74BACEE326B1}" dt="2021-10-17T06:20:30.394" v="4024" actId="20577"/>
          <ac:spMkLst>
            <pc:docMk/>
            <pc:sldMk cId="3595409406" sldId="261"/>
            <ac:spMk id="3" creationId="{6D9C5899-85DA-4072-8A29-5CD42AF93713}"/>
          </ac:spMkLst>
        </pc:spChg>
        <pc:spChg chg="del mod">
          <ac:chgData name="Orla Kelly" userId="164dee9a-b66c-4af2-aa08-5ba8bd606a42" providerId="ADAL" clId="{87790FAE-C879-4508-8EA9-74BACEE326B1}" dt="2021-10-11T18:06:07.926" v="2707" actId="478"/>
          <ac:spMkLst>
            <pc:docMk/>
            <pc:sldMk cId="3595409406" sldId="261"/>
            <ac:spMk id="4" creationId="{6316A39A-8019-4031-98E7-21E8F170EF90}"/>
          </ac:spMkLst>
        </pc:spChg>
        <pc:spChg chg="add del">
          <ac:chgData name="Orla Kelly" userId="164dee9a-b66c-4af2-aa08-5ba8bd606a42" providerId="ADAL" clId="{87790FAE-C879-4508-8EA9-74BACEE326B1}" dt="2021-10-17T05:35:28.743" v="3630"/>
          <ac:spMkLst>
            <pc:docMk/>
            <pc:sldMk cId="3595409406" sldId="261"/>
            <ac:spMk id="5" creationId="{849C066F-4D3D-414C-B334-39825D2F1F85}"/>
          </ac:spMkLst>
        </pc:spChg>
        <pc:spChg chg="add del">
          <ac:chgData name="Orla Kelly" userId="164dee9a-b66c-4af2-aa08-5ba8bd606a42" providerId="ADAL" clId="{87790FAE-C879-4508-8EA9-74BACEE326B1}" dt="2021-10-17T05:38:49.429" v="3667"/>
          <ac:spMkLst>
            <pc:docMk/>
            <pc:sldMk cId="3595409406" sldId="261"/>
            <ac:spMk id="6" creationId="{C1F30095-C9E6-4A5F-A58F-6CC28BE74EAC}"/>
          </ac:spMkLst>
        </pc:spChg>
        <pc:spChg chg="add mod">
          <ac:chgData name="Orla Kelly" userId="164dee9a-b66c-4af2-aa08-5ba8bd606a42" providerId="ADAL" clId="{87790FAE-C879-4508-8EA9-74BACEE326B1}" dt="2021-10-17T05:40:38.949" v="3678" actId="1076"/>
          <ac:spMkLst>
            <pc:docMk/>
            <pc:sldMk cId="3595409406" sldId="261"/>
            <ac:spMk id="7" creationId="{13C21B78-C0B3-42FA-ACFE-F2A2E5C267A9}"/>
          </ac:spMkLst>
        </pc:spChg>
        <pc:spChg chg="add del">
          <ac:chgData name="Orla Kelly" userId="164dee9a-b66c-4af2-aa08-5ba8bd606a42" providerId="ADAL" clId="{87790FAE-C879-4508-8EA9-74BACEE326B1}" dt="2021-10-17T05:51:39.817" v="3682"/>
          <ac:spMkLst>
            <pc:docMk/>
            <pc:sldMk cId="3595409406" sldId="261"/>
            <ac:spMk id="8" creationId="{0811D204-D010-4A5D-BDB3-E3438E524593}"/>
          </ac:spMkLst>
        </pc:spChg>
        <pc:graphicFrameChg chg="add mod">
          <ac:chgData name="Orla Kelly" userId="164dee9a-b66c-4af2-aa08-5ba8bd606a42" providerId="ADAL" clId="{87790FAE-C879-4508-8EA9-74BACEE326B1}" dt="2021-10-17T05:24:38.005" v="3487" actId="1076"/>
          <ac:graphicFrameMkLst>
            <pc:docMk/>
            <pc:sldMk cId="3595409406" sldId="261"/>
            <ac:graphicFrameMk id="4" creationId="{211804AE-AF52-4911-A408-CB63305EBC00}"/>
          </ac:graphicFrameMkLst>
        </pc:graphicFrameChg>
        <pc:picChg chg="add mod">
          <ac:chgData name="Orla Kelly" userId="164dee9a-b66c-4af2-aa08-5ba8bd606a42" providerId="ADAL" clId="{87790FAE-C879-4508-8EA9-74BACEE326B1}" dt="2021-10-17T06:18:29.139" v="4023" actId="1076"/>
          <ac:picMkLst>
            <pc:docMk/>
            <pc:sldMk cId="3595409406" sldId="261"/>
            <ac:picMk id="1027" creationId="{0DF1FA53-AA58-4CEB-AD85-D808CD24FC9A}"/>
          </ac:picMkLst>
        </pc:picChg>
      </pc:sldChg>
      <pc:sldChg chg="modSp mod">
        <pc:chgData name="Orla Kelly" userId="164dee9a-b66c-4af2-aa08-5ba8bd606a42" providerId="ADAL" clId="{87790FAE-C879-4508-8EA9-74BACEE326B1}" dt="2021-10-09T12:44:32.177" v="621" actId="20577"/>
        <pc:sldMkLst>
          <pc:docMk/>
          <pc:sldMk cId="3923029518" sldId="262"/>
        </pc:sldMkLst>
        <pc:spChg chg="mod">
          <ac:chgData name="Orla Kelly" userId="164dee9a-b66c-4af2-aa08-5ba8bd606a42" providerId="ADAL" clId="{87790FAE-C879-4508-8EA9-74BACEE326B1}" dt="2021-10-09T12:28:32.460" v="388" actId="20577"/>
          <ac:spMkLst>
            <pc:docMk/>
            <pc:sldMk cId="3923029518" sldId="262"/>
            <ac:spMk id="2" creationId="{B3600EE2-985D-4F3F-A9EB-D29175F60B83}"/>
          </ac:spMkLst>
        </pc:spChg>
        <pc:spChg chg="mod">
          <ac:chgData name="Orla Kelly" userId="164dee9a-b66c-4af2-aa08-5ba8bd606a42" providerId="ADAL" clId="{87790FAE-C879-4508-8EA9-74BACEE326B1}" dt="2021-10-09T12:44:32.177" v="621" actId="20577"/>
          <ac:spMkLst>
            <pc:docMk/>
            <pc:sldMk cId="3923029518" sldId="262"/>
            <ac:spMk id="3" creationId="{5EEDED63-A71B-495E-AC54-2987E67E6F42}"/>
          </ac:spMkLst>
        </pc:spChg>
      </pc:sldChg>
      <pc:sldChg chg="addSp delSp modSp mod">
        <pc:chgData name="Orla Kelly" userId="164dee9a-b66c-4af2-aa08-5ba8bd606a42" providerId="ADAL" clId="{87790FAE-C879-4508-8EA9-74BACEE326B1}" dt="2021-10-13T17:24:45.539" v="2833" actId="20577"/>
        <pc:sldMkLst>
          <pc:docMk/>
          <pc:sldMk cId="827652733" sldId="263"/>
        </pc:sldMkLst>
        <pc:spChg chg="mod">
          <ac:chgData name="Orla Kelly" userId="164dee9a-b66c-4af2-aa08-5ba8bd606a42" providerId="ADAL" clId="{87790FAE-C879-4508-8EA9-74BACEE326B1}" dt="2021-10-11T18:04:40.181" v="2685" actId="20577"/>
          <ac:spMkLst>
            <pc:docMk/>
            <pc:sldMk cId="827652733" sldId="263"/>
            <ac:spMk id="2" creationId="{4504C660-4E78-4EE6-864C-30CF40F34005}"/>
          </ac:spMkLst>
        </pc:spChg>
        <pc:spChg chg="mod">
          <ac:chgData name="Orla Kelly" userId="164dee9a-b66c-4af2-aa08-5ba8bd606a42" providerId="ADAL" clId="{87790FAE-C879-4508-8EA9-74BACEE326B1}" dt="2021-10-11T18:04:46.830" v="2687" actId="27636"/>
          <ac:spMkLst>
            <pc:docMk/>
            <pc:sldMk cId="827652733" sldId="263"/>
            <ac:spMk id="3" creationId="{6064795C-88FE-4441-95CD-EC17F3425231}"/>
          </ac:spMkLst>
        </pc:spChg>
        <pc:spChg chg="add mod">
          <ac:chgData name="Orla Kelly" userId="164dee9a-b66c-4af2-aa08-5ba8bd606a42" providerId="ADAL" clId="{87790FAE-C879-4508-8EA9-74BACEE326B1}" dt="2021-10-13T17:24:45.539" v="2833" actId="20577"/>
          <ac:spMkLst>
            <pc:docMk/>
            <pc:sldMk cId="827652733" sldId="263"/>
            <ac:spMk id="8" creationId="{D4BF0ABB-F03D-4962-A214-901B9B963BB4}"/>
          </ac:spMkLst>
        </pc:spChg>
        <pc:graphicFrameChg chg="del">
          <ac:chgData name="Orla Kelly" userId="164dee9a-b66c-4af2-aa08-5ba8bd606a42" providerId="ADAL" clId="{87790FAE-C879-4508-8EA9-74BACEE326B1}" dt="2021-10-11T18:04:59.373" v="2690" actId="478"/>
          <ac:graphicFrameMkLst>
            <pc:docMk/>
            <pc:sldMk cId="827652733" sldId="263"/>
            <ac:graphicFrameMk id="4" creationId="{E3D32A01-657C-46D8-8D1C-5A50ABB43963}"/>
          </ac:graphicFrameMkLst>
        </pc:graphicFrameChg>
        <pc:graphicFrameChg chg="del">
          <ac:chgData name="Orla Kelly" userId="164dee9a-b66c-4af2-aa08-5ba8bd606a42" providerId="ADAL" clId="{87790FAE-C879-4508-8EA9-74BACEE326B1}" dt="2021-10-11T18:04:56.998" v="2689" actId="478"/>
          <ac:graphicFrameMkLst>
            <pc:docMk/>
            <pc:sldMk cId="827652733" sldId="263"/>
            <ac:graphicFrameMk id="6" creationId="{5057C69F-FB2A-44C4-AEFC-FC94092B317F}"/>
          </ac:graphicFrameMkLst>
        </pc:graphicFrameChg>
        <pc:graphicFrameChg chg="del">
          <ac:chgData name="Orla Kelly" userId="164dee9a-b66c-4af2-aa08-5ba8bd606a42" providerId="ADAL" clId="{87790FAE-C879-4508-8EA9-74BACEE326B1}" dt="2021-10-11T18:04:52.228" v="2688" actId="478"/>
          <ac:graphicFrameMkLst>
            <pc:docMk/>
            <pc:sldMk cId="827652733" sldId="263"/>
            <ac:graphicFrameMk id="7" creationId="{1E54499C-1438-45D8-AC67-6E7EB0AB6A0F}"/>
          </ac:graphicFrameMkLst>
        </pc:graphicFrameChg>
      </pc:sldChg>
      <pc:sldChg chg="modSp mod">
        <pc:chgData name="Orla Kelly" userId="164dee9a-b66c-4af2-aa08-5ba8bd606a42" providerId="ADAL" clId="{87790FAE-C879-4508-8EA9-74BACEE326B1}" dt="2021-10-13T17:40:32.033" v="3449" actId="20577"/>
        <pc:sldMkLst>
          <pc:docMk/>
          <pc:sldMk cId="1252749447" sldId="264"/>
        </pc:sldMkLst>
        <pc:spChg chg="mod">
          <ac:chgData name="Orla Kelly" userId="164dee9a-b66c-4af2-aa08-5ba8bd606a42" providerId="ADAL" clId="{87790FAE-C879-4508-8EA9-74BACEE326B1}" dt="2021-10-11T18:05:56.318" v="2704" actId="20577"/>
          <ac:spMkLst>
            <pc:docMk/>
            <pc:sldMk cId="1252749447" sldId="264"/>
            <ac:spMk id="2" creationId="{FDC29CFF-50BD-4CC4-8AFE-25DD97E68829}"/>
          </ac:spMkLst>
        </pc:spChg>
        <pc:spChg chg="mod">
          <ac:chgData name="Orla Kelly" userId="164dee9a-b66c-4af2-aa08-5ba8bd606a42" providerId="ADAL" clId="{87790FAE-C879-4508-8EA9-74BACEE326B1}" dt="2021-10-13T17:40:32.033" v="3449" actId="20577"/>
          <ac:spMkLst>
            <pc:docMk/>
            <pc:sldMk cId="1252749447" sldId="264"/>
            <ac:spMk id="5" creationId="{F19BE398-F1C5-4A01-A4E1-F5672B3CFF2E}"/>
          </ac:spMkLst>
        </pc:spChg>
      </pc:sldChg>
      <pc:sldChg chg="modSp del mod">
        <pc:chgData name="Orla Kelly" userId="164dee9a-b66c-4af2-aa08-5ba8bd606a42" providerId="ADAL" clId="{87790FAE-C879-4508-8EA9-74BACEE326B1}" dt="2021-10-11T18:05:44.327" v="2693" actId="2696"/>
        <pc:sldMkLst>
          <pc:docMk/>
          <pc:sldMk cId="710576706" sldId="265"/>
        </pc:sldMkLst>
        <pc:spChg chg="mod">
          <ac:chgData name="Orla Kelly" userId="164dee9a-b66c-4af2-aa08-5ba8bd606a42" providerId="ADAL" clId="{87790FAE-C879-4508-8EA9-74BACEE326B1}" dt="2021-10-11T18:05:32.991" v="2691" actId="6549"/>
          <ac:spMkLst>
            <pc:docMk/>
            <pc:sldMk cId="710576706" sldId="265"/>
            <ac:spMk id="4" creationId="{6316A39A-8019-4031-98E7-21E8F170EF90}"/>
          </ac:spMkLst>
        </pc:spChg>
      </pc:sldChg>
      <pc:sldChg chg="addSp delSp modSp add mod">
        <pc:chgData name="Orla Kelly" userId="164dee9a-b66c-4af2-aa08-5ba8bd606a42" providerId="ADAL" clId="{87790FAE-C879-4508-8EA9-74BACEE326B1}" dt="2021-10-11T17:20:16.791" v="1804" actId="1076"/>
        <pc:sldMkLst>
          <pc:docMk/>
          <pc:sldMk cId="1532344572" sldId="266"/>
        </pc:sldMkLst>
        <pc:spChg chg="mod">
          <ac:chgData name="Orla Kelly" userId="164dee9a-b66c-4af2-aa08-5ba8bd606a42" providerId="ADAL" clId="{87790FAE-C879-4508-8EA9-74BACEE326B1}" dt="2021-10-09T14:18:10.214" v="1304" actId="947"/>
          <ac:spMkLst>
            <pc:docMk/>
            <pc:sldMk cId="1532344572" sldId="266"/>
            <ac:spMk id="2" creationId="{4504C660-4E78-4EE6-864C-30CF40F34005}"/>
          </ac:spMkLst>
        </pc:spChg>
        <pc:spChg chg="mod">
          <ac:chgData name="Orla Kelly" userId="164dee9a-b66c-4af2-aa08-5ba8bd606a42" providerId="ADAL" clId="{87790FAE-C879-4508-8EA9-74BACEE326B1}" dt="2021-10-11T17:19:28.375" v="1796" actId="5793"/>
          <ac:spMkLst>
            <pc:docMk/>
            <pc:sldMk cId="1532344572" sldId="266"/>
            <ac:spMk id="3" creationId="{6064795C-88FE-4441-95CD-EC17F3425231}"/>
          </ac:spMkLst>
        </pc:spChg>
        <pc:graphicFrameChg chg="del">
          <ac:chgData name="Orla Kelly" userId="164dee9a-b66c-4af2-aa08-5ba8bd606a42" providerId="ADAL" clId="{87790FAE-C879-4508-8EA9-74BACEE326B1}" dt="2021-10-09T14:18:22.293" v="1305" actId="478"/>
          <ac:graphicFrameMkLst>
            <pc:docMk/>
            <pc:sldMk cId="1532344572" sldId="266"/>
            <ac:graphicFrameMk id="4" creationId="{E3D32A01-657C-46D8-8D1C-5A50ABB43963}"/>
          </ac:graphicFrameMkLst>
        </pc:graphicFrameChg>
        <pc:graphicFrameChg chg="del">
          <ac:chgData name="Orla Kelly" userId="164dee9a-b66c-4af2-aa08-5ba8bd606a42" providerId="ADAL" clId="{87790FAE-C879-4508-8EA9-74BACEE326B1}" dt="2021-10-09T14:20:44.248" v="1358" actId="478"/>
          <ac:graphicFrameMkLst>
            <pc:docMk/>
            <pc:sldMk cId="1532344572" sldId="266"/>
            <ac:graphicFrameMk id="8" creationId="{EC64F061-784F-4B8C-BBA6-976870DCFE56}"/>
          </ac:graphicFrameMkLst>
        </pc:graphicFrameChg>
        <pc:graphicFrameChg chg="mod modGraphic">
          <ac:chgData name="Orla Kelly" userId="164dee9a-b66c-4af2-aa08-5ba8bd606a42" providerId="ADAL" clId="{87790FAE-C879-4508-8EA9-74BACEE326B1}" dt="2021-10-11T17:18:54.928" v="1776" actId="20577"/>
          <ac:graphicFrameMkLst>
            <pc:docMk/>
            <pc:sldMk cId="1532344572" sldId="266"/>
            <ac:graphicFrameMk id="10" creationId="{D7390697-F873-4D20-AEE2-C4816896932C}"/>
          </ac:graphicFrameMkLst>
        </pc:graphicFrameChg>
        <pc:graphicFrameChg chg="mod modGraphic">
          <ac:chgData name="Orla Kelly" userId="164dee9a-b66c-4af2-aa08-5ba8bd606a42" providerId="ADAL" clId="{87790FAE-C879-4508-8EA9-74BACEE326B1}" dt="2021-10-09T14:31:04.503" v="1645" actId="1076"/>
          <ac:graphicFrameMkLst>
            <pc:docMk/>
            <pc:sldMk cId="1532344572" sldId="266"/>
            <ac:graphicFrameMk id="11" creationId="{169FB242-90DF-4308-9A10-B4BFD2E15CC4}"/>
          </ac:graphicFrameMkLst>
        </pc:graphicFrameChg>
        <pc:graphicFrameChg chg="mod modGraphic">
          <ac:chgData name="Orla Kelly" userId="164dee9a-b66c-4af2-aa08-5ba8bd606a42" providerId="ADAL" clId="{87790FAE-C879-4508-8EA9-74BACEE326B1}" dt="2021-10-09T14:34:04.217" v="1693" actId="1037"/>
          <ac:graphicFrameMkLst>
            <pc:docMk/>
            <pc:sldMk cId="1532344572" sldId="266"/>
            <ac:graphicFrameMk id="12" creationId="{04ADB8BB-7B4D-4346-9A7C-CCFBB1380811}"/>
          </ac:graphicFrameMkLst>
        </pc:graphicFrameChg>
        <pc:graphicFrameChg chg="mod modGraphic">
          <ac:chgData name="Orla Kelly" userId="164dee9a-b66c-4af2-aa08-5ba8bd606a42" providerId="ADAL" clId="{87790FAE-C879-4508-8EA9-74BACEE326B1}" dt="2021-10-11T17:20:16.791" v="1804" actId="1076"/>
          <ac:graphicFrameMkLst>
            <pc:docMk/>
            <pc:sldMk cId="1532344572" sldId="266"/>
            <ac:graphicFrameMk id="13" creationId="{7A04EE41-34CE-448C-A675-C7324D128FD6}"/>
          </ac:graphicFrameMkLst>
        </pc:graphicFrameChg>
        <pc:graphicFrameChg chg="add mod modGraphic">
          <ac:chgData name="Orla Kelly" userId="164dee9a-b66c-4af2-aa08-5ba8bd606a42" providerId="ADAL" clId="{87790FAE-C879-4508-8EA9-74BACEE326B1}" dt="2021-10-09T14:22:33.836" v="1378" actId="20577"/>
          <ac:graphicFrameMkLst>
            <pc:docMk/>
            <pc:sldMk cId="1532344572" sldId="266"/>
            <ac:graphicFrameMk id="14" creationId="{6D9090B8-CDCB-4653-A104-A1EF43C9B602}"/>
          </ac:graphicFrameMkLst>
        </pc:graphicFrameChg>
      </pc:sldChg>
      <pc:sldChg chg="addSp delSp modSp add mod">
        <pc:chgData name="Orla Kelly" userId="164dee9a-b66c-4af2-aa08-5ba8bd606a42" providerId="ADAL" clId="{87790FAE-C879-4508-8EA9-74BACEE326B1}" dt="2021-10-11T17:34:50.598" v="2474" actId="1076"/>
        <pc:sldMkLst>
          <pc:docMk/>
          <pc:sldMk cId="1667357844" sldId="267"/>
        </pc:sldMkLst>
        <pc:spChg chg="mod">
          <ac:chgData name="Orla Kelly" userId="164dee9a-b66c-4af2-aa08-5ba8bd606a42" providerId="ADAL" clId="{87790FAE-C879-4508-8EA9-74BACEE326B1}" dt="2021-10-11T17:29:32.826" v="2069" actId="947"/>
          <ac:spMkLst>
            <pc:docMk/>
            <pc:sldMk cId="1667357844" sldId="267"/>
            <ac:spMk id="2" creationId="{4504C660-4E78-4EE6-864C-30CF40F34005}"/>
          </ac:spMkLst>
        </pc:spChg>
        <pc:spChg chg="mod">
          <ac:chgData name="Orla Kelly" userId="164dee9a-b66c-4af2-aa08-5ba8bd606a42" providerId="ADAL" clId="{87790FAE-C879-4508-8EA9-74BACEE326B1}" dt="2021-10-11T17:34:33.757" v="2472" actId="27636"/>
          <ac:spMkLst>
            <pc:docMk/>
            <pc:sldMk cId="1667357844" sldId="267"/>
            <ac:spMk id="3" creationId="{6064795C-88FE-4441-95CD-EC17F3425231}"/>
          </ac:spMkLst>
        </pc:spChg>
        <pc:graphicFrameChg chg="del">
          <ac:chgData name="Orla Kelly" userId="164dee9a-b66c-4af2-aa08-5ba8bd606a42" providerId="ADAL" clId="{87790FAE-C879-4508-8EA9-74BACEE326B1}" dt="2021-10-11T17:30:28.422" v="2070" actId="478"/>
          <ac:graphicFrameMkLst>
            <pc:docMk/>
            <pc:sldMk cId="1667357844" sldId="267"/>
            <ac:graphicFrameMk id="4" creationId="{E3D32A01-657C-46D8-8D1C-5A50ABB43963}"/>
          </ac:graphicFrameMkLst>
        </pc:graphicFrameChg>
        <pc:graphicFrameChg chg="mod modGraphic">
          <ac:chgData name="Orla Kelly" userId="164dee9a-b66c-4af2-aa08-5ba8bd606a42" providerId="ADAL" clId="{87790FAE-C879-4508-8EA9-74BACEE326B1}" dt="2021-10-11T17:34:50.598" v="2474" actId="1076"/>
          <ac:graphicFrameMkLst>
            <pc:docMk/>
            <pc:sldMk cId="1667357844" sldId="267"/>
            <ac:graphicFrameMk id="8" creationId="{EC64F061-784F-4B8C-BBA6-976870DCFE56}"/>
          </ac:graphicFrameMkLst>
        </pc:graphicFrameChg>
        <pc:graphicFrameChg chg="del">
          <ac:chgData name="Orla Kelly" userId="164dee9a-b66c-4af2-aa08-5ba8bd606a42" providerId="ADAL" clId="{87790FAE-C879-4508-8EA9-74BACEE326B1}" dt="2021-10-11T17:34:26.481" v="2469" actId="478"/>
          <ac:graphicFrameMkLst>
            <pc:docMk/>
            <pc:sldMk cId="1667357844" sldId="267"/>
            <ac:graphicFrameMk id="10" creationId="{D7390697-F873-4D20-AEE2-C4816896932C}"/>
          </ac:graphicFrameMkLst>
        </pc:graphicFrameChg>
        <pc:graphicFrameChg chg="del">
          <ac:chgData name="Orla Kelly" userId="164dee9a-b66c-4af2-aa08-5ba8bd606a42" providerId="ADAL" clId="{87790FAE-C879-4508-8EA9-74BACEE326B1}" dt="2021-10-11T17:33:01.736" v="2384" actId="478"/>
          <ac:graphicFrameMkLst>
            <pc:docMk/>
            <pc:sldMk cId="1667357844" sldId="267"/>
            <ac:graphicFrameMk id="11" creationId="{169FB242-90DF-4308-9A10-B4BFD2E15CC4}"/>
          </ac:graphicFrameMkLst>
        </pc:graphicFrameChg>
        <pc:graphicFrameChg chg="del">
          <ac:chgData name="Orla Kelly" userId="164dee9a-b66c-4af2-aa08-5ba8bd606a42" providerId="ADAL" clId="{87790FAE-C879-4508-8EA9-74BACEE326B1}" dt="2021-10-11T17:33:03.104" v="2385" actId="478"/>
          <ac:graphicFrameMkLst>
            <pc:docMk/>
            <pc:sldMk cId="1667357844" sldId="267"/>
            <ac:graphicFrameMk id="12" creationId="{04ADB8BB-7B4D-4346-9A7C-CCFBB1380811}"/>
          </ac:graphicFrameMkLst>
        </pc:graphicFrameChg>
        <pc:graphicFrameChg chg="del">
          <ac:chgData name="Orla Kelly" userId="164dee9a-b66c-4af2-aa08-5ba8bd606a42" providerId="ADAL" clId="{87790FAE-C879-4508-8EA9-74BACEE326B1}" dt="2021-10-11T17:34:28.829" v="2470" actId="478"/>
          <ac:graphicFrameMkLst>
            <pc:docMk/>
            <pc:sldMk cId="1667357844" sldId="267"/>
            <ac:graphicFrameMk id="13" creationId="{7A04EE41-34CE-448C-A675-C7324D128FD6}"/>
          </ac:graphicFrameMkLst>
        </pc:graphicFrameChg>
        <pc:graphicFrameChg chg="add mod">
          <ac:chgData name="Orla Kelly" userId="164dee9a-b66c-4af2-aa08-5ba8bd606a42" providerId="ADAL" clId="{87790FAE-C879-4508-8EA9-74BACEE326B1}" dt="2021-10-11T17:30:48.881" v="2212" actId="1035"/>
          <ac:graphicFrameMkLst>
            <pc:docMk/>
            <pc:sldMk cId="1667357844" sldId="267"/>
            <ac:graphicFrameMk id="14" creationId="{57919044-072B-4C1D-8275-86BE64742BD0}"/>
          </ac:graphicFrameMkLst>
        </pc:graphicFrameChg>
        <pc:graphicFrameChg chg="add mod modGraphic">
          <ac:chgData name="Orla Kelly" userId="164dee9a-b66c-4af2-aa08-5ba8bd606a42" providerId="ADAL" clId="{87790FAE-C879-4508-8EA9-74BACEE326B1}" dt="2021-10-11T17:34:42.311" v="2473" actId="1076"/>
          <ac:graphicFrameMkLst>
            <pc:docMk/>
            <pc:sldMk cId="1667357844" sldId="267"/>
            <ac:graphicFrameMk id="15" creationId="{2E037380-FBE6-4ECA-AA18-7BDA17852E24}"/>
          </ac:graphicFrameMkLst>
        </pc:graphicFrameChg>
      </pc:sldChg>
      <pc:sldChg chg="addSp delSp modSp add mod">
        <pc:chgData name="Orla Kelly" userId="164dee9a-b66c-4af2-aa08-5ba8bd606a42" providerId="ADAL" clId="{87790FAE-C879-4508-8EA9-74BACEE326B1}" dt="2021-10-11T17:29:02.711" v="2065" actId="1076"/>
        <pc:sldMkLst>
          <pc:docMk/>
          <pc:sldMk cId="1002384850" sldId="268"/>
        </pc:sldMkLst>
        <pc:spChg chg="mod">
          <ac:chgData name="Orla Kelly" userId="164dee9a-b66c-4af2-aa08-5ba8bd606a42" providerId="ADAL" clId="{87790FAE-C879-4508-8EA9-74BACEE326B1}" dt="2021-10-11T17:20:33.989" v="1810" actId="6549"/>
          <ac:spMkLst>
            <pc:docMk/>
            <pc:sldMk cId="1002384850" sldId="268"/>
            <ac:spMk id="2" creationId="{4504C660-4E78-4EE6-864C-30CF40F34005}"/>
          </ac:spMkLst>
        </pc:spChg>
        <pc:spChg chg="mod">
          <ac:chgData name="Orla Kelly" userId="164dee9a-b66c-4af2-aa08-5ba8bd606a42" providerId="ADAL" clId="{87790FAE-C879-4508-8EA9-74BACEE326B1}" dt="2021-10-11T17:28:18.667" v="2062" actId="6549"/>
          <ac:spMkLst>
            <pc:docMk/>
            <pc:sldMk cId="1002384850" sldId="268"/>
            <ac:spMk id="3" creationId="{6064795C-88FE-4441-95CD-EC17F3425231}"/>
          </ac:spMkLst>
        </pc:spChg>
        <pc:graphicFrameChg chg="del mod modGraphic">
          <ac:chgData name="Orla Kelly" userId="164dee9a-b66c-4af2-aa08-5ba8bd606a42" providerId="ADAL" clId="{87790FAE-C879-4508-8EA9-74BACEE326B1}" dt="2021-10-11T17:24:13.312" v="1819" actId="478"/>
          <ac:graphicFrameMkLst>
            <pc:docMk/>
            <pc:sldMk cId="1002384850" sldId="268"/>
            <ac:graphicFrameMk id="4" creationId="{E3D32A01-657C-46D8-8D1C-5A50ABB43963}"/>
          </ac:graphicFrameMkLst>
        </pc:graphicFrameChg>
        <pc:graphicFrameChg chg="del">
          <ac:chgData name="Orla Kelly" userId="164dee9a-b66c-4af2-aa08-5ba8bd606a42" providerId="ADAL" clId="{87790FAE-C879-4508-8EA9-74BACEE326B1}" dt="2021-10-11T17:20:39.506" v="1811" actId="478"/>
          <ac:graphicFrameMkLst>
            <pc:docMk/>
            <pc:sldMk cId="1002384850" sldId="268"/>
            <ac:graphicFrameMk id="8" creationId="{EC64F061-784F-4B8C-BBA6-976870DCFE56}"/>
          </ac:graphicFrameMkLst>
        </pc:graphicFrameChg>
        <pc:graphicFrameChg chg="add del mod modGraphic">
          <ac:chgData name="Orla Kelly" userId="164dee9a-b66c-4af2-aa08-5ba8bd606a42" providerId="ADAL" clId="{87790FAE-C879-4508-8EA9-74BACEE326B1}" dt="2021-10-11T17:29:02.711" v="2065" actId="1076"/>
          <ac:graphicFrameMkLst>
            <pc:docMk/>
            <pc:sldMk cId="1002384850" sldId="268"/>
            <ac:graphicFrameMk id="10" creationId="{D7390697-F873-4D20-AEE2-C4816896932C}"/>
          </ac:graphicFrameMkLst>
        </pc:graphicFrameChg>
        <pc:graphicFrameChg chg="del">
          <ac:chgData name="Orla Kelly" userId="164dee9a-b66c-4af2-aa08-5ba8bd606a42" providerId="ADAL" clId="{87790FAE-C879-4508-8EA9-74BACEE326B1}" dt="2021-10-11T17:20:41.535" v="1812" actId="478"/>
          <ac:graphicFrameMkLst>
            <pc:docMk/>
            <pc:sldMk cId="1002384850" sldId="268"/>
            <ac:graphicFrameMk id="11" creationId="{169FB242-90DF-4308-9A10-B4BFD2E15CC4}"/>
          </ac:graphicFrameMkLst>
        </pc:graphicFrameChg>
        <pc:graphicFrameChg chg="del">
          <ac:chgData name="Orla Kelly" userId="164dee9a-b66c-4af2-aa08-5ba8bd606a42" providerId="ADAL" clId="{87790FAE-C879-4508-8EA9-74BACEE326B1}" dt="2021-10-11T17:20:44.338" v="1813" actId="478"/>
          <ac:graphicFrameMkLst>
            <pc:docMk/>
            <pc:sldMk cId="1002384850" sldId="268"/>
            <ac:graphicFrameMk id="12" creationId="{04ADB8BB-7B4D-4346-9A7C-CCFBB1380811}"/>
          </ac:graphicFrameMkLst>
        </pc:graphicFrameChg>
        <pc:graphicFrameChg chg="del">
          <ac:chgData name="Orla Kelly" userId="164dee9a-b66c-4af2-aa08-5ba8bd606a42" providerId="ADAL" clId="{87790FAE-C879-4508-8EA9-74BACEE326B1}" dt="2021-10-11T17:28:48.216" v="2064" actId="478"/>
          <ac:graphicFrameMkLst>
            <pc:docMk/>
            <pc:sldMk cId="1002384850" sldId="268"/>
            <ac:graphicFrameMk id="13" creationId="{7A04EE41-34CE-448C-A675-C7324D128FD6}"/>
          </ac:graphicFrameMkLst>
        </pc:graphicFrameChg>
        <pc:graphicFrameChg chg="add mod">
          <ac:chgData name="Orla Kelly" userId="164dee9a-b66c-4af2-aa08-5ba8bd606a42" providerId="ADAL" clId="{87790FAE-C879-4508-8EA9-74BACEE326B1}" dt="2021-10-11T17:24:25.329" v="1821" actId="1076"/>
          <ac:graphicFrameMkLst>
            <pc:docMk/>
            <pc:sldMk cId="1002384850" sldId="268"/>
            <ac:graphicFrameMk id="14" creationId="{3FAAB5B9-7F39-42A5-9B7A-DB2B8AC0B290}"/>
          </ac:graphicFrameMkLst>
        </pc:graphicFrameChg>
        <pc:graphicFrameChg chg="add mod modGraphic">
          <ac:chgData name="Orla Kelly" userId="164dee9a-b66c-4af2-aa08-5ba8bd606a42" providerId="ADAL" clId="{87790FAE-C879-4508-8EA9-74BACEE326B1}" dt="2021-10-11T17:28:44.115" v="2063" actId="1076"/>
          <ac:graphicFrameMkLst>
            <pc:docMk/>
            <pc:sldMk cId="1002384850" sldId="268"/>
            <ac:graphicFrameMk id="15" creationId="{793451AA-803F-4E14-9DB9-05CD0FCB3331}"/>
          </ac:graphicFrameMkLst>
        </pc:graphicFrameChg>
      </pc:sldChg>
      <pc:sldChg chg="delSp modSp add mod">
        <pc:chgData name="Orla Kelly" userId="164dee9a-b66c-4af2-aa08-5ba8bd606a42" providerId="ADAL" clId="{87790FAE-C879-4508-8EA9-74BACEE326B1}" dt="2021-10-11T18:03:02.471" v="2524" actId="5793"/>
        <pc:sldMkLst>
          <pc:docMk/>
          <pc:sldMk cId="3876365093" sldId="269"/>
        </pc:sldMkLst>
        <pc:spChg chg="mod">
          <ac:chgData name="Orla Kelly" userId="164dee9a-b66c-4af2-aa08-5ba8bd606a42" providerId="ADAL" clId="{87790FAE-C879-4508-8EA9-74BACEE326B1}" dt="2021-10-11T18:00:01.974" v="2477" actId="20577"/>
          <ac:spMkLst>
            <pc:docMk/>
            <pc:sldMk cId="3876365093" sldId="269"/>
            <ac:spMk id="2" creationId="{4504C660-4E78-4EE6-864C-30CF40F34005}"/>
          </ac:spMkLst>
        </pc:spChg>
        <pc:spChg chg="mod">
          <ac:chgData name="Orla Kelly" userId="164dee9a-b66c-4af2-aa08-5ba8bd606a42" providerId="ADAL" clId="{87790FAE-C879-4508-8EA9-74BACEE326B1}" dt="2021-10-11T18:03:02.471" v="2524" actId="5793"/>
          <ac:spMkLst>
            <pc:docMk/>
            <pc:sldMk cId="3876365093" sldId="269"/>
            <ac:spMk id="3" creationId="{6064795C-88FE-4441-95CD-EC17F3425231}"/>
          </ac:spMkLst>
        </pc:spChg>
        <pc:graphicFrameChg chg="mod modGraphic">
          <ac:chgData name="Orla Kelly" userId="164dee9a-b66c-4af2-aa08-5ba8bd606a42" providerId="ADAL" clId="{87790FAE-C879-4508-8EA9-74BACEE326B1}" dt="2021-10-11T18:02:52.847" v="2522" actId="20577"/>
          <ac:graphicFrameMkLst>
            <pc:docMk/>
            <pc:sldMk cId="3876365093" sldId="269"/>
            <ac:graphicFrameMk id="8" creationId="{EC64F061-784F-4B8C-BBA6-976870DCFE56}"/>
          </ac:graphicFrameMkLst>
        </pc:graphicFrameChg>
        <pc:graphicFrameChg chg="del modGraphic">
          <ac:chgData name="Orla Kelly" userId="164dee9a-b66c-4af2-aa08-5ba8bd606a42" providerId="ADAL" clId="{87790FAE-C879-4508-8EA9-74BACEE326B1}" dt="2021-10-11T18:00:05.720" v="2479" actId="478"/>
          <ac:graphicFrameMkLst>
            <pc:docMk/>
            <pc:sldMk cId="3876365093" sldId="269"/>
            <ac:graphicFrameMk id="14" creationId="{57919044-072B-4C1D-8275-86BE64742BD0}"/>
          </ac:graphicFrameMkLst>
        </pc:graphicFrameChg>
        <pc:graphicFrameChg chg="mod">
          <ac:chgData name="Orla Kelly" userId="164dee9a-b66c-4af2-aa08-5ba8bd606a42" providerId="ADAL" clId="{87790FAE-C879-4508-8EA9-74BACEE326B1}" dt="2021-10-11T18:00:13.220" v="2480" actId="1076"/>
          <ac:graphicFrameMkLst>
            <pc:docMk/>
            <pc:sldMk cId="3876365093" sldId="269"/>
            <ac:graphicFrameMk id="15" creationId="{2E037380-FBE6-4ECA-AA18-7BDA17852E24}"/>
          </ac:graphicFrameMkLst>
        </pc:graphicFrameChg>
      </pc:sldChg>
      <pc:sldChg chg="addSp delSp modSp add mod">
        <pc:chgData name="Orla Kelly" userId="164dee9a-b66c-4af2-aa08-5ba8bd606a42" providerId="ADAL" clId="{87790FAE-C879-4508-8EA9-74BACEE326B1}" dt="2021-10-13T17:16:08.575" v="2755" actId="20577"/>
        <pc:sldMkLst>
          <pc:docMk/>
          <pc:sldMk cId="316509790" sldId="270"/>
        </pc:sldMkLst>
        <pc:spChg chg="mod">
          <ac:chgData name="Orla Kelly" userId="164dee9a-b66c-4af2-aa08-5ba8bd606a42" providerId="ADAL" clId="{87790FAE-C879-4508-8EA9-74BACEE326B1}" dt="2021-10-11T18:03:10.656" v="2527" actId="20577"/>
          <ac:spMkLst>
            <pc:docMk/>
            <pc:sldMk cId="316509790" sldId="270"/>
            <ac:spMk id="2" creationId="{4504C660-4E78-4EE6-864C-30CF40F34005}"/>
          </ac:spMkLst>
        </pc:spChg>
        <pc:spChg chg="mod">
          <ac:chgData name="Orla Kelly" userId="164dee9a-b66c-4af2-aa08-5ba8bd606a42" providerId="ADAL" clId="{87790FAE-C879-4508-8EA9-74BACEE326B1}" dt="2021-10-13T17:16:08.575" v="2755" actId="20577"/>
          <ac:spMkLst>
            <pc:docMk/>
            <pc:sldMk cId="316509790" sldId="270"/>
            <ac:spMk id="3" creationId="{6064795C-88FE-4441-95CD-EC17F3425231}"/>
          </ac:spMkLst>
        </pc:spChg>
        <pc:graphicFrameChg chg="add mod modGraphic">
          <ac:chgData name="Orla Kelly" userId="164dee9a-b66c-4af2-aa08-5ba8bd606a42" providerId="ADAL" clId="{87790FAE-C879-4508-8EA9-74BACEE326B1}" dt="2021-10-13T16:12:30.570" v="2718" actId="1076"/>
          <ac:graphicFrameMkLst>
            <pc:docMk/>
            <pc:sldMk cId="316509790" sldId="270"/>
            <ac:graphicFrameMk id="6" creationId="{CA7F696F-700D-40E5-A248-80CA5AF1AD7F}"/>
          </ac:graphicFrameMkLst>
        </pc:graphicFrameChg>
        <pc:graphicFrameChg chg="mod">
          <ac:chgData name="Orla Kelly" userId="164dee9a-b66c-4af2-aa08-5ba8bd606a42" providerId="ADAL" clId="{87790FAE-C879-4508-8EA9-74BACEE326B1}" dt="2021-10-11T18:03:25.389" v="2529" actId="1076"/>
          <ac:graphicFrameMkLst>
            <pc:docMk/>
            <pc:sldMk cId="316509790" sldId="270"/>
            <ac:graphicFrameMk id="8" creationId="{EC64F061-784F-4B8C-BBA6-976870DCFE56}"/>
          </ac:graphicFrameMkLst>
        </pc:graphicFrameChg>
        <pc:graphicFrameChg chg="del">
          <ac:chgData name="Orla Kelly" userId="164dee9a-b66c-4af2-aa08-5ba8bd606a42" providerId="ADAL" clId="{87790FAE-C879-4508-8EA9-74BACEE326B1}" dt="2021-10-11T18:03:16.343" v="2528" actId="478"/>
          <ac:graphicFrameMkLst>
            <pc:docMk/>
            <pc:sldMk cId="316509790" sldId="270"/>
            <ac:graphicFrameMk id="15" creationId="{2E037380-FBE6-4ECA-AA18-7BDA17852E2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99188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9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4306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92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06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7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6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60137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1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2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1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982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325D-B0FB-4EB6-A7D7-FC89D147D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58516-F488-4D60-8679-F1E177A56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313" y="6115721"/>
            <a:ext cx="8045373" cy="74227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94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0096C9-092D-41EF-BA8D-E58C88E0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Bubble Sort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C7476-375F-43E8-A404-3A1880652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904" y="1728743"/>
            <a:ext cx="10178322" cy="4189614"/>
          </a:xfrm>
        </p:spPr>
        <p:txBody>
          <a:bodyPr>
            <a:normAutofit/>
          </a:bodyPr>
          <a:lstStyle/>
          <a:p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The bubble sort algorithm is considered to be one of the simplest sorting algorithms.</a:t>
            </a:r>
          </a:p>
          <a:p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Pairs of adjacent elements are compared and swapped if they are in the wrong order.</a:t>
            </a:r>
          </a:p>
          <a:p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This process is repeated until all elements in the list are sorted.</a:t>
            </a:r>
          </a:p>
          <a:p>
            <a:r>
              <a:rPr lang="en-GB" dirty="0">
                <a:ea typeface="Open Sans" panose="020B0606030504020204" pitchFamily="34" charset="0"/>
                <a:cs typeface="Open Sans" panose="020B0606030504020204" pitchFamily="34" charset="0"/>
              </a:rPr>
              <a:t>Smaller, or larger elements ‘bubble’ to the top of the list.</a:t>
            </a:r>
          </a:p>
          <a:p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724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0EE2-985D-4F3F-A9EB-D29175F60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Bubble Sort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DED63-A71B-495E-AC54-2987E67E6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bubble sort algorithm can be used:</a:t>
            </a:r>
          </a:p>
          <a:p>
            <a:pPr lvl="1"/>
            <a:r>
              <a:rPr lang="en-GB" dirty="0"/>
              <a:t>mostly for educational purposes</a:t>
            </a:r>
          </a:p>
          <a:p>
            <a:pPr lvl="1"/>
            <a:r>
              <a:rPr lang="en-GB" dirty="0"/>
              <a:t>in computer graphics</a:t>
            </a:r>
          </a:p>
          <a:p>
            <a:pPr lvl="1"/>
            <a:r>
              <a:rPr lang="en-GB" dirty="0"/>
              <a:t>to sort an array of elements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302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C660-4E78-4EE6-864C-30CF40F3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</a:t>
            </a:r>
            <a:r>
              <a:rPr lang="en-GB" dirty="0" err="1"/>
              <a:t>i</a:t>
            </a:r>
            <a:r>
              <a:rPr lang="en-GB" baseline="30000" dirty="0" err="1"/>
              <a:t>st</a:t>
            </a:r>
            <a:r>
              <a:rPr lang="en-GB" dirty="0"/>
              <a:t> 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795C-88FE-4441-95CD-EC17F342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103" y="1772165"/>
            <a:ext cx="10178322" cy="458100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The bubble sort algorithm compares 13 and 4, incorrect order, swap them</a:t>
            </a:r>
          </a:p>
          <a:p>
            <a:endParaRPr lang="en-GB" dirty="0"/>
          </a:p>
          <a:p>
            <a:r>
              <a:rPr lang="en-GB" dirty="0"/>
              <a:t>The algorithm then compares, 13 and 24, correct order.</a:t>
            </a:r>
          </a:p>
          <a:p>
            <a:r>
              <a:rPr lang="en-GB" dirty="0"/>
              <a:t>Compare 24 and 10, incorrect order, swap them.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Compare 24 and 3, incorrect order, swap them.</a:t>
            </a:r>
          </a:p>
          <a:p>
            <a:endParaRPr lang="en-GB" dirty="0"/>
          </a:p>
          <a:p>
            <a:r>
              <a:rPr lang="en-GB" dirty="0"/>
              <a:t>Compare 24 and 33, correct order.</a:t>
            </a:r>
          </a:p>
          <a:p>
            <a:r>
              <a:rPr lang="en-GB" dirty="0"/>
              <a:t>Compare 33 and 28, incorrect order, swap them.</a:t>
            </a:r>
          </a:p>
          <a:p>
            <a:endParaRPr lang="en-GB" dirty="0"/>
          </a:p>
          <a:p>
            <a:r>
              <a:rPr lang="en-GB" dirty="0"/>
              <a:t>Compare 33 and 52, correct order.</a:t>
            </a:r>
          </a:p>
          <a:p>
            <a:r>
              <a:rPr lang="en-GB" dirty="0"/>
              <a:t>Compare 52 and 6, incorrect order, swap them.</a:t>
            </a:r>
          </a:p>
          <a:p>
            <a:endParaRPr lang="en-GB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E3D32A01-657C-46D8-8D1C-5A50ABB43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217880"/>
              </p:ext>
            </p:extLst>
          </p:nvPr>
        </p:nvGraphicFramePr>
        <p:xfrm>
          <a:off x="2031998" y="1241609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EC64F061-784F-4B8C-BBA6-976870DCF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413077"/>
              </p:ext>
            </p:extLst>
          </p:nvPr>
        </p:nvGraphicFramePr>
        <p:xfrm>
          <a:off x="2031998" y="2181607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D7390697-F873-4D20-AEE2-C48168969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117076"/>
              </p:ext>
            </p:extLst>
          </p:nvPr>
        </p:nvGraphicFramePr>
        <p:xfrm>
          <a:off x="2031994" y="5224025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169FB242-90DF-4308-9A10-B4BFD2E15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921404"/>
              </p:ext>
            </p:extLst>
          </p:nvPr>
        </p:nvGraphicFramePr>
        <p:xfrm>
          <a:off x="2031995" y="3387600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04ADB8BB-7B4D-4346-9A7C-CCFBB1380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696545"/>
              </p:ext>
            </p:extLst>
          </p:nvPr>
        </p:nvGraphicFramePr>
        <p:xfrm>
          <a:off x="2031994" y="4094876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7A04EE41-34CE-448C-A675-C7324D128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03169"/>
              </p:ext>
            </p:extLst>
          </p:nvPr>
        </p:nvGraphicFramePr>
        <p:xfrm>
          <a:off x="2031994" y="6317244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724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C660-4E78-4EE6-864C-30CF40F3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2</a:t>
            </a:r>
            <a:r>
              <a:rPr lang="en-GB" baseline="30000" dirty="0"/>
              <a:t>nd</a:t>
            </a:r>
            <a:r>
              <a:rPr lang="en-GB" dirty="0"/>
              <a:t> 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795C-88FE-4441-95CD-EC17F342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953" y="1874517"/>
            <a:ext cx="10178322" cy="4581009"/>
          </a:xfrm>
        </p:spPr>
        <p:txBody>
          <a:bodyPr>
            <a:normAutofit/>
          </a:bodyPr>
          <a:lstStyle/>
          <a:p>
            <a:r>
              <a:rPr lang="en-GB" sz="1800" dirty="0"/>
              <a:t>Compare 4 and 13 correct order.</a:t>
            </a:r>
          </a:p>
          <a:p>
            <a:r>
              <a:rPr lang="en-GB" sz="1800" dirty="0"/>
              <a:t>Compare 13 and 10, incorrect order, swap them.</a:t>
            </a:r>
          </a:p>
          <a:p>
            <a:endParaRPr lang="en-GB" sz="1800" dirty="0"/>
          </a:p>
          <a:p>
            <a:r>
              <a:rPr lang="en-GB" sz="1800" dirty="0"/>
              <a:t>Compare 13 and 3, incorrect order, swap them.</a:t>
            </a:r>
          </a:p>
          <a:p>
            <a:endParaRPr lang="en-GB" sz="1800" dirty="0"/>
          </a:p>
          <a:p>
            <a:r>
              <a:rPr lang="en-GB" sz="1800" dirty="0"/>
              <a:t>Compare 13 and 24 correct order.</a:t>
            </a:r>
          </a:p>
          <a:p>
            <a:r>
              <a:rPr lang="en-GB" sz="1800" dirty="0"/>
              <a:t>Compare 24 and 28, correct order.</a:t>
            </a:r>
          </a:p>
          <a:p>
            <a:r>
              <a:rPr lang="en-GB" sz="1800" dirty="0"/>
              <a:t>Compare 28 and 33, correct order.</a:t>
            </a:r>
          </a:p>
          <a:p>
            <a:endParaRPr lang="en-GB" dirty="0"/>
          </a:p>
          <a:p>
            <a:r>
              <a:rPr lang="en-GB" dirty="0"/>
              <a:t>Compare 33 and 6, incorrect order, swap them.</a:t>
            </a:r>
          </a:p>
          <a:p>
            <a:pPr marL="0" indent="0">
              <a:buNone/>
            </a:pPr>
            <a:r>
              <a:rPr lang="en-GB" dirty="0"/>
              <a:t>`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D7390697-F873-4D20-AEE2-C48168969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546234"/>
              </p:ext>
            </p:extLst>
          </p:nvPr>
        </p:nvGraphicFramePr>
        <p:xfrm>
          <a:off x="2031991" y="5014918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169FB242-90DF-4308-9A10-B4BFD2E15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893394"/>
              </p:ext>
            </p:extLst>
          </p:nvPr>
        </p:nvGraphicFramePr>
        <p:xfrm>
          <a:off x="2031991" y="2687521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04ADB8BB-7B4D-4346-9A7C-CCFBB1380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223566"/>
              </p:ext>
            </p:extLst>
          </p:nvPr>
        </p:nvGraphicFramePr>
        <p:xfrm>
          <a:off x="2031991" y="3366649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7A04EE41-34CE-448C-A675-C7324D128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923939"/>
              </p:ext>
            </p:extLst>
          </p:nvPr>
        </p:nvGraphicFramePr>
        <p:xfrm>
          <a:off x="2031991" y="5850519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6D9090B8-CDCB-4653-A104-A1EF43C9B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67594"/>
              </p:ext>
            </p:extLst>
          </p:nvPr>
        </p:nvGraphicFramePr>
        <p:xfrm>
          <a:off x="2031994" y="1449578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344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C660-4E78-4EE6-864C-30CF40F3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3</a:t>
            </a:r>
            <a:r>
              <a:rPr lang="en-GB" baseline="30000" dirty="0"/>
              <a:t>rd</a:t>
            </a:r>
            <a:r>
              <a:rPr lang="en-GB" dirty="0"/>
              <a:t> 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795C-88FE-4441-95CD-EC17F342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103" y="1772165"/>
            <a:ext cx="10178322" cy="4581009"/>
          </a:xfrm>
        </p:spPr>
        <p:txBody>
          <a:bodyPr>
            <a:normAutofit/>
          </a:bodyPr>
          <a:lstStyle/>
          <a:p>
            <a:r>
              <a:rPr lang="en-GB" dirty="0"/>
              <a:t>Compare 4 and 10, correct order.</a:t>
            </a:r>
          </a:p>
          <a:p>
            <a:r>
              <a:rPr lang="en-GB" dirty="0"/>
              <a:t>Compare 10 and 3, incorrect order, swap them.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Compare 10 and 13, correct order.</a:t>
            </a:r>
          </a:p>
          <a:p>
            <a:r>
              <a:rPr lang="en-GB" dirty="0"/>
              <a:t>Compare 13 and 24, correct order.</a:t>
            </a:r>
          </a:p>
          <a:p>
            <a:r>
              <a:rPr lang="en-GB" dirty="0"/>
              <a:t>Compare 24 and 28, correct order.</a:t>
            </a:r>
          </a:p>
          <a:p>
            <a:r>
              <a:rPr lang="en-GB" dirty="0"/>
              <a:t>Compare 28 and 6, incorrect order, swap them.</a:t>
            </a:r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D7390697-F873-4D20-AEE2-C48168969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403122"/>
              </p:ext>
            </p:extLst>
          </p:nvPr>
        </p:nvGraphicFramePr>
        <p:xfrm>
          <a:off x="1860539" y="2652915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3FAAB5B9-7F39-42A5-9B7A-DB2B8AC0B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751231"/>
              </p:ext>
            </p:extLst>
          </p:nvPr>
        </p:nvGraphicFramePr>
        <p:xfrm>
          <a:off x="1860541" y="1263135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793451AA-803F-4E14-9DB9-05CD0FCB3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89227"/>
              </p:ext>
            </p:extLst>
          </p:nvPr>
        </p:nvGraphicFramePr>
        <p:xfrm>
          <a:off x="1860539" y="4798064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384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C660-4E78-4EE6-864C-30CF40F3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4</a:t>
            </a:r>
            <a:r>
              <a:rPr lang="en-GB" baseline="30000" dirty="0"/>
              <a:t>TH</a:t>
            </a:r>
            <a:r>
              <a:rPr lang="en-GB" dirty="0"/>
              <a:t> 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795C-88FE-4441-95CD-EC17F342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103" y="1772165"/>
            <a:ext cx="10178322" cy="4581009"/>
          </a:xfrm>
        </p:spPr>
        <p:txBody>
          <a:bodyPr>
            <a:normAutofit/>
          </a:bodyPr>
          <a:lstStyle/>
          <a:p>
            <a:r>
              <a:rPr lang="en-GB" dirty="0"/>
              <a:t>Compare 4 and 3, incorrect order, swap them.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Compare 4 and 10, correct order.</a:t>
            </a:r>
          </a:p>
          <a:p>
            <a:r>
              <a:rPr lang="en-GB" dirty="0"/>
              <a:t>Compare 10 and 13, correct order.</a:t>
            </a:r>
          </a:p>
          <a:p>
            <a:r>
              <a:rPr lang="en-GB" dirty="0"/>
              <a:t>Compare 13 and 24, correct order.</a:t>
            </a:r>
          </a:p>
          <a:p>
            <a:r>
              <a:rPr lang="en-GB" dirty="0"/>
              <a:t>Compare 24 and 6, incorrect order, swap them.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EC64F061-784F-4B8C-BBA6-976870DCF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489693"/>
              </p:ext>
            </p:extLst>
          </p:nvPr>
        </p:nvGraphicFramePr>
        <p:xfrm>
          <a:off x="2032000" y="2235705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57919044-072B-4C1D-8275-86BE64742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316463"/>
              </p:ext>
            </p:extLst>
          </p:nvPr>
        </p:nvGraphicFramePr>
        <p:xfrm>
          <a:off x="2022464" y="1369064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2E037380-FBE6-4ECA-AA18-7BDA17852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723887"/>
              </p:ext>
            </p:extLst>
          </p:nvPr>
        </p:nvGraphicFramePr>
        <p:xfrm>
          <a:off x="2022463" y="4436875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357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C660-4E78-4EE6-864C-30CF40F3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5</a:t>
            </a:r>
            <a:r>
              <a:rPr lang="en-GB" baseline="30000" dirty="0"/>
              <a:t>TH</a:t>
            </a:r>
            <a:r>
              <a:rPr lang="en-GB" dirty="0"/>
              <a:t> 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795C-88FE-4441-95CD-EC17F342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103" y="1772165"/>
            <a:ext cx="10178322" cy="4581009"/>
          </a:xfrm>
        </p:spPr>
        <p:txBody>
          <a:bodyPr>
            <a:normAutofit/>
          </a:bodyPr>
          <a:lstStyle/>
          <a:p>
            <a:r>
              <a:rPr lang="en-GB" dirty="0"/>
              <a:t>Compare 3 and 4, correct order.</a:t>
            </a:r>
          </a:p>
          <a:p>
            <a:r>
              <a:rPr lang="en-GB" dirty="0"/>
              <a:t>Compare 4 and 10, correct order.</a:t>
            </a:r>
          </a:p>
          <a:p>
            <a:r>
              <a:rPr lang="en-GB" dirty="0"/>
              <a:t>Compare 10 and 13, correct order.</a:t>
            </a:r>
          </a:p>
          <a:p>
            <a:r>
              <a:rPr lang="en-GB" dirty="0"/>
              <a:t>Compare 13 and 6, incorrect order, swap.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EC64F061-784F-4B8C-BBA6-976870DCF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284806"/>
              </p:ext>
            </p:extLst>
          </p:nvPr>
        </p:nvGraphicFramePr>
        <p:xfrm>
          <a:off x="2031999" y="3565205"/>
          <a:ext cx="8127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01495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2E037380-FBE6-4ECA-AA18-7BDA17852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952824"/>
              </p:ext>
            </p:extLst>
          </p:nvPr>
        </p:nvGraphicFramePr>
        <p:xfrm>
          <a:off x="2032000" y="1401325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36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C660-4E78-4EE6-864C-30CF40F3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– 6</a:t>
            </a:r>
            <a:r>
              <a:rPr lang="en-GB" baseline="30000" dirty="0"/>
              <a:t>TH</a:t>
            </a:r>
            <a:r>
              <a:rPr lang="en-GB" dirty="0"/>
              <a:t> 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795C-88FE-4441-95CD-EC17F342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103" y="1772165"/>
            <a:ext cx="10178322" cy="4581009"/>
          </a:xfrm>
        </p:spPr>
        <p:txBody>
          <a:bodyPr>
            <a:normAutofit/>
          </a:bodyPr>
          <a:lstStyle/>
          <a:p>
            <a:r>
              <a:rPr lang="en-GB" dirty="0"/>
              <a:t>Compare 3 and 4, correct order.</a:t>
            </a:r>
          </a:p>
          <a:p>
            <a:r>
              <a:rPr lang="en-GB" dirty="0"/>
              <a:t>Compare 10 and 6, correct order.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And so on . . . 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EC64F061-784F-4B8C-BBA6-976870DCF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684895"/>
              </p:ext>
            </p:extLst>
          </p:nvPr>
        </p:nvGraphicFramePr>
        <p:xfrm>
          <a:off x="1784349" y="1406405"/>
          <a:ext cx="8127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01495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7F696F-700D-40E5-A248-80CA5AF1A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055140"/>
              </p:ext>
            </p:extLst>
          </p:nvPr>
        </p:nvGraphicFramePr>
        <p:xfrm>
          <a:off x="1784348" y="2613305"/>
          <a:ext cx="8127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01495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09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C660-4E78-4EE6-864C-30CF40F3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Bubble Search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795C-88FE-4441-95CD-EC17F342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4075042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BF0ABB-F03D-4962-A214-901B9B963BB4}"/>
              </a:ext>
            </a:extLst>
          </p:cNvPr>
          <p:cNvSpPr/>
          <p:nvPr/>
        </p:nvSpPr>
        <p:spPr>
          <a:xfrm>
            <a:off x="1167359" y="1241033"/>
            <a:ext cx="10178322" cy="5234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000" dirty="0"/>
              <a:t>public static void </a:t>
            </a:r>
            <a:r>
              <a:rPr lang="en-GB" sz="2000" dirty="0" err="1"/>
              <a:t>bubbleSort</a:t>
            </a:r>
            <a:r>
              <a:rPr lang="en-GB" sz="2000" dirty="0"/>
              <a:t>(int[] array){  </a:t>
            </a:r>
          </a:p>
          <a:p>
            <a:pPr lvl="1"/>
            <a:r>
              <a:rPr lang="en-GB" sz="2000" dirty="0"/>
              <a:t>	int n = </a:t>
            </a:r>
            <a:r>
              <a:rPr lang="en-GB" sz="2000" dirty="0" err="1"/>
              <a:t>array.length</a:t>
            </a:r>
            <a:r>
              <a:rPr lang="en-GB" sz="2000" dirty="0"/>
              <a:t>;  </a:t>
            </a:r>
          </a:p>
          <a:p>
            <a:pPr lvl="1"/>
            <a:r>
              <a:rPr lang="en-GB" sz="2000" dirty="0"/>
              <a:t>	int temp = 0;  </a:t>
            </a:r>
          </a:p>
          <a:p>
            <a:pPr lvl="1"/>
            <a:r>
              <a:rPr lang="en-GB" sz="2000" dirty="0"/>
              <a:t>	for(int </a:t>
            </a:r>
            <a:r>
              <a:rPr lang="en-GB" sz="2000" dirty="0" err="1"/>
              <a:t>i</a:t>
            </a:r>
            <a:r>
              <a:rPr lang="en-GB" sz="2000" dirty="0"/>
              <a:t>=0; </a:t>
            </a:r>
            <a:r>
              <a:rPr lang="en-GB" sz="2000" dirty="0" err="1"/>
              <a:t>i</a:t>
            </a:r>
            <a:r>
              <a:rPr lang="en-GB" sz="2000" dirty="0"/>
              <a:t> &lt; n; </a:t>
            </a:r>
            <a:r>
              <a:rPr lang="en-GB" sz="2000" dirty="0" err="1"/>
              <a:t>i</a:t>
            </a:r>
            <a:r>
              <a:rPr lang="en-GB" sz="2000" dirty="0"/>
              <a:t>++){ </a:t>
            </a:r>
          </a:p>
          <a:p>
            <a:pPr lvl="1"/>
            <a:r>
              <a:rPr lang="en-GB" sz="2000" dirty="0"/>
              <a:t>			for(int j=1; j &lt; (n-</a:t>
            </a:r>
            <a:r>
              <a:rPr lang="en-GB" sz="2000" dirty="0" err="1"/>
              <a:t>i</a:t>
            </a:r>
            <a:r>
              <a:rPr lang="en-GB" sz="2000" dirty="0"/>
              <a:t>); </a:t>
            </a:r>
            <a:r>
              <a:rPr lang="en-GB" sz="2000" dirty="0" err="1"/>
              <a:t>j++</a:t>
            </a:r>
            <a:r>
              <a:rPr lang="en-GB" sz="2000" dirty="0"/>
              <a:t>){  </a:t>
            </a:r>
          </a:p>
          <a:p>
            <a:pPr lvl="1"/>
            <a:r>
              <a:rPr lang="en-GB" sz="2000" dirty="0"/>
              <a:t>				if(array[j-1] &gt; array[j]){   </a:t>
            </a:r>
          </a:p>
          <a:p>
            <a:pPr lvl="1"/>
            <a:r>
              <a:rPr lang="en-GB" sz="2000" dirty="0"/>
              <a:t>                                    temp = array[j-1];  </a:t>
            </a:r>
          </a:p>
          <a:p>
            <a:pPr lvl="1"/>
            <a:r>
              <a:rPr lang="en-GB" sz="2000" dirty="0"/>
              <a:t>                                    array[j-1] = array[j];  </a:t>
            </a:r>
          </a:p>
          <a:p>
            <a:pPr lvl="1"/>
            <a:r>
              <a:rPr lang="en-GB" sz="2000" dirty="0"/>
              <a:t>                                    array[j] = temp;  </a:t>
            </a:r>
          </a:p>
          <a:p>
            <a:pPr lvl="1"/>
            <a:r>
              <a:rPr lang="en-GB" sz="2000" dirty="0"/>
              <a:t>				    }</a:t>
            </a:r>
          </a:p>
          <a:p>
            <a:pPr lvl="1"/>
            <a:r>
              <a:rPr lang="en-GB" sz="2000" dirty="0"/>
              <a:t>			}  </a:t>
            </a:r>
          </a:p>
          <a:p>
            <a:pPr lvl="1"/>
            <a:r>
              <a:rPr lang="en-GB" sz="2000" dirty="0"/>
              <a:t>		}  </a:t>
            </a:r>
          </a:p>
          <a:p>
            <a:pPr lvl="1"/>
            <a:r>
              <a:rPr lang="en-GB" sz="2000" dirty="0"/>
              <a:t>	} </a:t>
            </a:r>
          </a:p>
        </p:txBody>
      </p:sp>
    </p:spTree>
    <p:extLst>
      <p:ext uri="{BB962C8B-B14F-4D97-AF65-F5344CB8AC3E}">
        <p14:creationId xmlns:p14="http://schemas.microsoft.com/office/powerpoint/2010/main" val="82765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9CFF-50BD-4CC4-8AFE-25DD97E6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Bubble Sort Implementation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9BE398-F1C5-4A01-A4E1-F5672B3CF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77009"/>
            <a:ext cx="10178322" cy="4898606"/>
          </a:xfrm>
        </p:spPr>
        <p:txBody>
          <a:bodyPr>
            <a:normAutofit/>
          </a:bodyPr>
          <a:lstStyle/>
          <a:p>
            <a:r>
              <a:rPr lang="en-GB" dirty="0"/>
              <a:t>The </a:t>
            </a:r>
            <a:r>
              <a:rPr lang="en-GB" dirty="0" err="1"/>
              <a:t>bubbleSort</a:t>
            </a:r>
            <a:r>
              <a:rPr lang="en-GB" dirty="0"/>
              <a:t> method performs the bubble sort.</a:t>
            </a:r>
          </a:p>
          <a:p>
            <a:r>
              <a:rPr lang="en-GB" dirty="0"/>
              <a:t>One parameters – an array of integers.</a:t>
            </a:r>
          </a:p>
          <a:p>
            <a:r>
              <a:rPr lang="en-GB" dirty="0"/>
              <a:t>The variable n is defined as an integer and assigned the length of the array.</a:t>
            </a:r>
          </a:p>
          <a:p>
            <a:r>
              <a:rPr lang="en-GB" dirty="0"/>
              <a:t>The variable temp is declared as an int and initialised to 0.</a:t>
            </a:r>
          </a:p>
          <a:p>
            <a:r>
              <a:rPr lang="en-GB" dirty="0"/>
              <a:t>A loop traverses through the length of the array (1</a:t>
            </a:r>
            <a:r>
              <a:rPr lang="en-GB" baseline="30000" dirty="0"/>
              <a:t>st</a:t>
            </a:r>
            <a:r>
              <a:rPr lang="en-GB" dirty="0"/>
              <a:t> pass, 2</a:t>
            </a:r>
            <a:r>
              <a:rPr lang="en-GB" baseline="30000" dirty="0"/>
              <a:t>nd</a:t>
            </a:r>
            <a:r>
              <a:rPr lang="en-GB" dirty="0"/>
              <a:t> pass  . . . )</a:t>
            </a:r>
          </a:p>
          <a:p>
            <a:r>
              <a:rPr lang="en-GB" dirty="0"/>
              <a:t>A nested loop is used for the swapping process.</a:t>
            </a:r>
          </a:p>
          <a:p>
            <a:r>
              <a:rPr lang="en-GB" dirty="0"/>
              <a:t>Pairs of adjacent elements are compared.</a:t>
            </a:r>
          </a:p>
          <a:p>
            <a:r>
              <a:rPr lang="en-GB" dirty="0"/>
              <a:t>If the second element is greater than the first, the first is stored in temp, the second element is assigned to the first and temp is assigned </a:t>
            </a:r>
            <a:r>
              <a:rPr lang="en-GB"/>
              <a:t>to the second.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274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9CFF-50BD-4CC4-8AFE-25DD97E6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BIG O NOTATION – O(n</a:t>
            </a:r>
            <a:r>
              <a:rPr lang="en-GB" baseline="30000" dirty="0"/>
              <a:t>2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C5899-85DA-4072-8A29-5CD42AF93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20" y="1389893"/>
            <a:ext cx="10178322" cy="5085716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Given our example array where n=9: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algorithm requires n iterations to perform the sort.</a:t>
            </a:r>
          </a:p>
          <a:p>
            <a:r>
              <a:rPr lang="en-GB" dirty="0"/>
              <a:t>Each iteration comprises a comparison and a swap if required.</a:t>
            </a:r>
          </a:p>
          <a:p>
            <a:r>
              <a:rPr lang="en-US" dirty="0"/>
              <a:t>Given an array of size n (or 9 in our example), we need to perform (n - 1) = 8 comparisons on the first iteration. </a:t>
            </a:r>
          </a:p>
          <a:p>
            <a:r>
              <a:rPr lang="en-US" dirty="0"/>
              <a:t>The second iteration requires (n - 2) = 7 comparisons and the third (n - 3) = 6</a:t>
            </a:r>
          </a:p>
          <a:p>
            <a:r>
              <a:rPr lang="en-US" dirty="0"/>
              <a:t>This yields a formula as follows: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time complexity of the bubble sort is simplified to O(n</a:t>
            </a:r>
            <a:r>
              <a:rPr lang="en-US" baseline="30000" dirty="0"/>
              <a:t>2</a:t>
            </a:r>
            <a:r>
              <a:rPr lang="en-US" dirty="0"/>
              <a:t>) or O(n^2) because as n grows, n</a:t>
            </a:r>
            <a:r>
              <a:rPr lang="en-US" baseline="30000" dirty="0"/>
              <a:t>2 </a:t>
            </a:r>
            <a:r>
              <a:rPr lang="en-US" dirty="0"/>
              <a:t>dominates the n term becomes inconsequential and therefore can be ignored.</a:t>
            </a:r>
          </a:p>
          <a:p>
            <a:r>
              <a:rPr lang="en-GB" dirty="0"/>
              <a:t>Our example where n=9 requires 8 + 7 + 6 + 5 + 4 + 3 + 2 + 1 = 36 swaps  and notice </a:t>
            </a:r>
          </a:p>
          <a:p>
            <a:pPr marL="457200" lvl="1" indent="0">
              <a:buNone/>
            </a:pPr>
            <a:r>
              <a:rPr lang="en-GB" dirty="0"/>
              <a:t>n* (n-1)/2  can be evaluated as ( 9 * 8)/2 = 36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11804AE-AF52-4911-A408-CB63305EB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952240"/>
              </p:ext>
            </p:extLst>
          </p:nvPr>
        </p:nvGraphicFramePr>
        <p:xfrm>
          <a:off x="1622423" y="1874517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6472343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619538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4254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241475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94385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3291558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7961812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9714357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04814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854206"/>
                  </a:ext>
                </a:extLst>
              </a:tr>
            </a:tbl>
          </a:graphicData>
        </a:graphic>
      </p:graphicFrame>
      <p:pic>
        <p:nvPicPr>
          <p:cNvPr id="1027" name="Picture 3">
            <a:extLst>
              <a:ext uri="{FF2B5EF4-FFF2-40B4-BE49-F238E27FC236}">
                <a16:creationId xmlns:a16="http://schemas.microsoft.com/office/drawing/2014/main" id="{0DF1FA53-AA58-4CEB-AD85-D808CD24F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4564384"/>
            <a:ext cx="4391025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13C21B78-C0B3-42FA-ACFE-F2A2E5C26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47739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40940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lue 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CABB96CE8FB4D995EFD8D93DD8345" ma:contentTypeVersion="15" ma:contentTypeDescription="Create a new document." ma:contentTypeScope="" ma:versionID="1653fcb53d30f201cab3ac581a726732">
  <xsd:schema xmlns:xsd="http://www.w3.org/2001/XMLSchema" xmlns:xs="http://www.w3.org/2001/XMLSchema" xmlns:p="http://schemas.microsoft.com/office/2006/metadata/properties" xmlns:ns2="a6489827-0745-4635-9708-560f8f9828da" xmlns:ns3="e05363d4-13d0-4762-b738-6a9c138604a9" targetNamespace="http://schemas.microsoft.com/office/2006/metadata/properties" ma:root="true" ma:fieldsID="2fc0be962a59606a97b1008e6d5914f2" ns2:_="" ns3:_="">
    <xsd:import namespace="a6489827-0745-4635-9708-560f8f9828da"/>
    <xsd:import namespace="e05363d4-13d0-4762-b738-6a9c138604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489827-0745-4635-9708-560f8f982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6cfaf09-5f88-45ad-a6a8-dad774d80b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363d4-13d0-4762-b738-6a9c138604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8e14c30-52aa-48ca-b912-e7f4c517d5f2}" ma:internalName="TaxCatchAll" ma:showField="CatchAllData" ma:web="e05363d4-13d0-4762-b738-6a9c138604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5363d4-13d0-4762-b738-6a9c138604a9" xsi:nil="true"/>
    <lcf76f155ced4ddcb4097134ff3c332f xmlns="a6489827-0745-4635-9708-560f8f9828d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86EED1-4BD6-45B4-B351-B2378DCAC099}"/>
</file>

<file path=customXml/itemProps2.xml><?xml version="1.0" encoding="utf-8"?>
<ds:datastoreItem xmlns:ds="http://schemas.openxmlformats.org/officeDocument/2006/customXml" ds:itemID="{3D5C490D-BA2E-4B89-8A71-442EC7EF93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F086085-C0F8-4ACB-8608-1D6FE73A16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tf00001242</Template>
  <TotalTime>15756</TotalTime>
  <Words>1028</Words>
  <Application>Microsoft Office PowerPoint</Application>
  <PresentationFormat>Widescreen</PresentationFormat>
  <Paragraphs>314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Impact</vt:lpstr>
      <vt:lpstr>Badge</vt:lpstr>
      <vt:lpstr>Bubble Sort</vt:lpstr>
      <vt:lpstr>The Bubble Sort Explained</vt:lpstr>
      <vt:lpstr>Bubble Sort Uses</vt:lpstr>
      <vt:lpstr>Example – ist Pass</vt:lpstr>
      <vt:lpstr>Example – 2nd Pass</vt:lpstr>
      <vt:lpstr>Example – 3rd Pass</vt:lpstr>
      <vt:lpstr>Example – 4TH Pass</vt:lpstr>
      <vt:lpstr>Example – 5TH Pass</vt:lpstr>
      <vt:lpstr>Example – 6TH Pass</vt:lpstr>
      <vt:lpstr>Bubble Search Implementation</vt:lpstr>
      <vt:lpstr>Bubble Sort Implementation</vt:lpstr>
      <vt:lpstr>BIG O NOTATION – O(n2)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Cogan</dc:creator>
  <cp:lastModifiedBy>Orla Kelly</cp:lastModifiedBy>
  <cp:revision>7</cp:revision>
  <dcterms:created xsi:type="dcterms:W3CDTF">2021-07-27T15:16:16Z</dcterms:created>
  <dcterms:modified xsi:type="dcterms:W3CDTF">2021-10-17T06:40:55Z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0x010100D5BCABB96CE8FB4D995EFD8D93DD8345</vt:lpwstr>
  </property>
</Properties>
</file>